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Lst>
  <p:sldSz cx="12801600" cy="9601200" type="A3"/>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1pPr>
    <a:lvl2pPr marL="154305" lvl="1" indent="302895"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2pPr>
    <a:lvl3pPr marL="309880" lvl="2" indent="60452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3pPr>
    <a:lvl4pPr marL="465455" lvl="3" indent="906145"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4pPr>
    <a:lvl5pPr marL="621030" lvl="4" indent="120777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5pPr>
    <a:lvl6pPr marL="2286000" lvl="5" indent="120777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6pPr>
    <a:lvl7pPr marL="2743200" lvl="6" indent="120777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7pPr>
    <a:lvl8pPr marL="3200400" lvl="7" indent="120777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8pPr>
    <a:lvl9pPr marL="3657600" lvl="8" indent="1207770" algn="l" defTabSz="914400" rtl="0" eaLnBrk="0" fontAlgn="base" latinLnBrk="0" hangingPunct="0">
      <a:lnSpc>
        <a:spcPct val="100000"/>
      </a:lnSpc>
      <a:spcBef>
        <a:spcPct val="0"/>
      </a:spcBef>
      <a:spcAft>
        <a:spcPct val="0"/>
      </a:spcAft>
      <a:buNone/>
      <a:defRPr sz="800"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3023" userDrawn="1">
          <p15:clr>
            <a:srgbClr val="A4A3A4"/>
          </p15:clr>
        </p15:guide>
        <p15:guide id="2" pos="40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3300"/>
    <a:srgbClr val="165270"/>
    <a:srgbClr val="920092"/>
    <a:srgbClr val="336600"/>
    <a:srgbClr val="B2AE12"/>
    <a:srgbClr val="B90779"/>
    <a:srgbClr val="0000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87"/>
    <p:restoredTop sz="94682"/>
  </p:normalViewPr>
  <p:slideViewPr>
    <p:cSldViewPr snapToObjects="1" showGuides="1">
      <p:cViewPr>
        <p:scale>
          <a:sx n="56" d="100"/>
          <a:sy n="56" d="100"/>
        </p:scale>
        <p:origin x="1791" y="261"/>
      </p:cViewPr>
      <p:guideLst>
        <p:guide orient="horz" pos="3023"/>
        <p:guide pos="40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026"/>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292" tIns="48146" rIns="96292" bIns="48146" numCol="1" anchor="t" anchorCtr="0" compatLnSpc="1"/>
          <a:lstStyle>
            <a:lvl1pPr defTabSz="962660" eaLnBrk="0" hangingPunct="0">
              <a:spcBef>
                <a:spcPct val="0"/>
              </a:spcBef>
              <a:buClrTx/>
              <a:buSzTx/>
              <a:buFontTx/>
              <a:buNone/>
              <a:defRPr sz="1200">
                <a:latin typeface="Times New Roman" panose="02020603050405020304" pitchFamily="18" charset="0"/>
              </a:defRPr>
            </a:lvl1pPr>
          </a:lstStyle>
          <a:p>
            <a:pPr marL="0" marR="0" lvl="0" indent="0" algn="l"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171" name="Rectangle 1027"/>
          <p:cNvSpPr>
            <a:spLocks noGrp="1" noChangeArrowheads="1"/>
          </p:cNvSpPr>
          <p:nvPr>
            <p:ph type="dt" sz="quarter" idx="1"/>
          </p:nvPr>
        </p:nvSpPr>
        <p:spPr bwMode="auto">
          <a:xfrm>
            <a:off x="4144963" y="0"/>
            <a:ext cx="3170238" cy="479425"/>
          </a:xfrm>
          <a:prstGeom prst="rect">
            <a:avLst/>
          </a:prstGeom>
          <a:noFill/>
          <a:ln>
            <a:noFill/>
          </a:ln>
          <a:effectLst/>
        </p:spPr>
        <p:txBody>
          <a:bodyPr vert="horz" wrap="square" lIns="96292" tIns="48146" rIns="96292" bIns="48146" numCol="1" anchor="t" anchorCtr="0" compatLnSpc="1"/>
          <a:lstStyle>
            <a:lvl1pPr algn="r" defTabSz="962660" eaLnBrk="0" hangingPunct="0">
              <a:spcBef>
                <a:spcPct val="0"/>
              </a:spcBef>
              <a:buClrTx/>
              <a:buSzTx/>
              <a:buFontTx/>
              <a:buNone/>
              <a:defRPr sz="1200">
                <a:latin typeface="Times New Roman" panose="02020603050405020304" pitchFamily="18" charset="0"/>
              </a:defRPr>
            </a:lvl1pPr>
          </a:lstStyle>
          <a:p>
            <a:pPr marL="0" marR="0" lvl="0" indent="0" algn="r"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172" name="Rectangle 1028"/>
          <p:cNvSpPr>
            <a:spLocks noGrp="1" noChangeArrowheads="1"/>
          </p:cNvSpPr>
          <p:nvPr>
            <p:ph type="ftr" sz="quarter" idx="2"/>
          </p:nvPr>
        </p:nvSpPr>
        <p:spPr bwMode="auto">
          <a:xfrm>
            <a:off x="0" y="9121775"/>
            <a:ext cx="3170238" cy="479425"/>
          </a:xfrm>
          <a:prstGeom prst="rect">
            <a:avLst/>
          </a:prstGeom>
          <a:noFill/>
          <a:ln>
            <a:noFill/>
          </a:ln>
          <a:effectLst/>
        </p:spPr>
        <p:txBody>
          <a:bodyPr vert="horz" wrap="square" lIns="96292" tIns="48146" rIns="96292" bIns="48146" numCol="1" anchor="b" anchorCtr="0" compatLnSpc="1"/>
          <a:lstStyle>
            <a:lvl1pPr defTabSz="962660" eaLnBrk="0" hangingPunct="0">
              <a:spcBef>
                <a:spcPct val="0"/>
              </a:spcBef>
              <a:buClrTx/>
              <a:buSzTx/>
              <a:buFontTx/>
              <a:buNone/>
              <a:defRPr sz="1200">
                <a:latin typeface="Times New Roman" panose="02020603050405020304" pitchFamily="18" charset="0"/>
              </a:defRPr>
            </a:lvl1pPr>
          </a:lstStyle>
          <a:p>
            <a:pPr marL="0" marR="0" lvl="0" indent="0" algn="l"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173" name="Rectangle 1029"/>
          <p:cNvSpPr>
            <a:spLocks noGrp="1" noChangeArrowheads="1"/>
          </p:cNvSpPr>
          <p:nvPr>
            <p:ph type="sldNum" sz="quarter" idx="3"/>
          </p:nvPr>
        </p:nvSpPr>
        <p:spPr bwMode="auto">
          <a:xfrm>
            <a:off x="4144963" y="9121775"/>
            <a:ext cx="3170238" cy="479425"/>
          </a:xfrm>
          <a:prstGeom prst="rect">
            <a:avLst/>
          </a:prstGeom>
          <a:noFill/>
          <a:ln>
            <a:noFill/>
          </a:ln>
          <a:effectLst/>
        </p:spPr>
        <p:txBody>
          <a:bodyPr vert="horz" wrap="square" lIns="96292" tIns="48146" rIns="96292" bIns="48146" numCol="1" anchor="b" anchorCtr="0" compatLnSpc="1"/>
          <a:lstStyle/>
          <a:p>
            <a:pPr lvl="0" algn="r" defTabSz="962025">
              <a:buNone/>
            </a:pPr>
            <a:fld id="{9A0DB2DC-4C9A-4742-B13C-FB6460FD3503}" type="slidenum">
              <a:rPr lang="en-US" altLang="en-US" sz="1200" dirty="0">
                <a:latin typeface="Times New Roman" panose="02020603050405020304" pitchFamily="18" charset="0"/>
              </a:rPr>
              <a:t>‹#›</a:t>
            </a:fld>
            <a:endParaRPr lang="en-US" altLang="en-US" sz="1200" dirty="0">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292" tIns="48146" rIns="96292" bIns="48146" numCol="1" anchor="t" anchorCtr="0" compatLnSpc="1"/>
          <a:lstStyle>
            <a:lvl1pPr defTabSz="962660" eaLnBrk="0" hangingPunct="0">
              <a:spcBef>
                <a:spcPct val="0"/>
              </a:spcBef>
              <a:buClrTx/>
              <a:buSzTx/>
              <a:buFontTx/>
              <a:buNone/>
              <a:defRPr sz="1200">
                <a:latin typeface="Times New Roman" panose="02020603050405020304" pitchFamily="18" charset="0"/>
              </a:defRPr>
            </a:lvl1pPr>
          </a:lstStyle>
          <a:p>
            <a:pPr marL="0" marR="0" lvl="0" indent="0" algn="l"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5" name="Rectangle 3"/>
          <p:cNvSpPr>
            <a:spLocks noGrp="1" noChangeArrowheads="1"/>
          </p:cNvSpPr>
          <p:nvPr>
            <p:ph type="dt" idx="1"/>
          </p:nvPr>
        </p:nvSpPr>
        <p:spPr bwMode="auto">
          <a:xfrm>
            <a:off x="4144963" y="0"/>
            <a:ext cx="3170238" cy="479425"/>
          </a:xfrm>
          <a:prstGeom prst="rect">
            <a:avLst/>
          </a:prstGeom>
          <a:noFill/>
          <a:ln>
            <a:noFill/>
          </a:ln>
          <a:effectLst/>
        </p:spPr>
        <p:txBody>
          <a:bodyPr vert="horz" wrap="square" lIns="96292" tIns="48146" rIns="96292" bIns="48146" numCol="1" anchor="t" anchorCtr="0" compatLnSpc="1"/>
          <a:lstStyle>
            <a:lvl1pPr algn="r" defTabSz="962660" eaLnBrk="0" hangingPunct="0">
              <a:spcBef>
                <a:spcPct val="0"/>
              </a:spcBef>
              <a:buClrTx/>
              <a:buSzTx/>
              <a:buFontTx/>
              <a:buNone/>
              <a:defRPr sz="1200">
                <a:latin typeface="Times New Roman" panose="02020603050405020304" pitchFamily="18" charset="0"/>
              </a:defRPr>
            </a:lvl1pPr>
          </a:lstStyle>
          <a:p>
            <a:pPr marL="0" marR="0" lvl="0" indent="0" algn="r"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6" name="Rectangle 4"/>
          <p:cNvSpPr>
            <a:spLocks noGrp="1" noRot="1" noChangeAspect="1" noTextEdit="1"/>
          </p:cNvSpPr>
          <p:nvPr>
            <p:ph type="sldImg" idx="2"/>
          </p:nvPr>
        </p:nvSpPr>
        <p:spPr>
          <a:xfrm>
            <a:off x="1258888" y="720725"/>
            <a:ext cx="4799012" cy="360045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76313" y="4560888"/>
            <a:ext cx="5362575" cy="4319588"/>
          </a:xfrm>
          <a:prstGeom prst="rect">
            <a:avLst/>
          </a:prstGeom>
          <a:noFill/>
          <a:ln>
            <a:noFill/>
          </a:ln>
          <a:effectLst/>
        </p:spPr>
        <p:txBody>
          <a:bodyPr vert="horz" wrap="square" lIns="96292" tIns="48146" rIns="96292" bIns="4814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p>
          <a:p>
            <a:pPr marL="154305" marR="0" lvl="1" indent="0" algn="l" defTabSz="914400" rtl="0" eaLnBrk="0" fontAlgn="base" latinLnBrk="0" hangingPunct="0">
              <a:lnSpc>
                <a:spcPct val="100000"/>
              </a:lnSpc>
              <a:spcBef>
                <a:spcPct val="30000"/>
              </a:spcBef>
              <a:spcAft>
                <a:spcPct val="0"/>
              </a:spcAft>
              <a:buClrTx/>
              <a:buSzTx/>
              <a:buFontTx/>
              <a:buNone/>
              <a:defRPr/>
            </a:pPr>
            <a:r>
              <a:rPr kumimoji="0" lang="en-US" sz="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p>
          <a:p>
            <a:pPr marL="309880" marR="0" lvl="2" indent="0" algn="l" defTabSz="914400" rtl="0" eaLnBrk="0" fontAlgn="base" latinLnBrk="0" hangingPunct="0">
              <a:lnSpc>
                <a:spcPct val="100000"/>
              </a:lnSpc>
              <a:spcBef>
                <a:spcPct val="30000"/>
              </a:spcBef>
              <a:spcAft>
                <a:spcPct val="0"/>
              </a:spcAft>
              <a:buClrTx/>
              <a:buSzTx/>
              <a:buFontTx/>
              <a:buNone/>
              <a:defRPr/>
            </a:pPr>
            <a:r>
              <a:rPr kumimoji="0" lang="en-US" sz="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p>
          <a:p>
            <a:pPr marL="465455" marR="0" lvl="3" indent="0" algn="l" defTabSz="914400" rtl="0" eaLnBrk="0" fontAlgn="base" latinLnBrk="0" hangingPunct="0">
              <a:lnSpc>
                <a:spcPct val="100000"/>
              </a:lnSpc>
              <a:spcBef>
                <a:spcPct val="30000"/>
              </a:spcBef>
              <a:spcAft>
                <a:spcPct val="0"/>
              </a:spcAft>
              <a:buClrTx/>
              <a:buSzTx/>
              <a:buFontTx/>
              <a:buNone/>
              <a:defRPr/>
            </a:pPr>
            <a:r>
              <a:rPr kumimoji="0" lang="en-US" sz="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p>
          <a:p>
            <a:pPr marL="621030" marR="0" lvl="4" indent="0" algn="l" defTabSz="914400" rtl="0" eaLnBrk="0" fontAlgn="base" latinLnBrk="0" hangingPunct="0">
              <a:lnSpc>
                <a:spcPct val="100000"/>
              </a:lnSpc>
              <a:spcBef>
                <a:spcPct val="30000"/>
              </a:spcBef>
              <a:spcAft>
                <a:spcPct val="0"/>
              </a:spcAft>
              <a:buClrTx/>
              <a:buSzTx/>
              <a:buFontTx/>
              <a:buNone/>
              <a:defRPr/>
            </a:pPr>
            <a:r>
              <a:rPr kumimoji="0" lang="en-US" sz="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p>
        </p:txBody>
      </p:sp>
      <p:sp>
        <p:nvSpPr>
          <p:cNvPr id="3078" name="Rectangle 6"/>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292" tIns="48146" rIns="96292" bIns="48146" numCol="1" anchor="b" anchorCtr="0" compatLnSpc="1"/>
          <a:lstStyle>
            <a:lvl1pPr defTabSz="962660" eaLnBrk="0" hangingPunct="0">
              <a:spcBef>
                <a:spcPct val="0"/>
              </a:spcBef>
              <a:buClrTx/>
              <a:buSzTx/>
              <a:buFontTx/>
              <a:buNone/>
              <a:defRPr sz="1200">
                <a:latin typeface="Times New Roman" panose="02020603050405020304" pitchFamily="18" charset="0"/>
              </a:defRPr>
            </a:lvl1pPr>
          </a:lstStyle>
          <a:p>
            <a:pPr marL="0" marR="0" lvl="0" indent="0" algn="l" defTabSz="96266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9" name="Rectangle 7"/>
          <p:cNvSpPr>
            <a:spLocks noGrp="1" noChangeArrowheads="1"/>
          </p:cNvSpPr>
          <p:nvPr>
            <p:ph type="sldNum" sz="quarter" idx="5"/>
          </p:nvPr>
        </p:nvSpPr>
        <p:spPr bwMode="auto">
          <a:xfrm>
            <a:off x="4144963" y="9121775"/>
            <a:ext cx="3170238" cy="479425"/>
          </a:xfrm>
          <a:prstGeom prst="rect">
            <a:avLst/>
          </a:prstGeom>
          <a:noFill/>
          <a:ln>
            <a:noFill/>
          </a:ln>
          <a:effectLst/>
        </p:spPr>
        <p:txBody>
          <a:bodyPr vert="horz" wrap="square" lIns="96292" tIns="48146" rIns="96292" bIns="48146" numCol="1" anchor="b" anchorCtr="0" compatLnSpc="1"/>
          <a:lstStyle/>
          <a:p>
            <a:pPr lvl="0" algn="r" defTabSz="962025">
              <a:buNone/>
            </a:pPr>
            <a:fld id="{9A0DB2DC-4C9A-4742-B13C-FB6460FD3503}" type="slidenum">
              <a:rPr lang="en-US" altLang="en-US" sz="1200" dirty="0">
                <a:latin typeface="Times New Roman" panose="02020603050405020304" pitchFamily="18" charset="0"/>
              </a:rPr>
              <a:t>‹#›</a:t>
            </a:fld>
            <a:endParaRPr lang="en-US" alt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400" kern="1200">
        <a:solidFill>
          <a:schemeClr val="tx1"/>
        </a:solidFill>
        <a:latin typeface="Times New Roman" panose="02020603050405020304" pitchFamily="18" charset="0"/>
        <a:ea typeface="+mn-ea"/>
        <a:cs typeface="+mn-cs"/>
      </a:defRPr>
    </a:lvl1pPr>
    <a:lvl2pPr marL="154305" algn="l" rtl="0" eaLnBrk="0" fontAlgn="base" hangingPunct="0">
      <a:spcBef>
        <a:spcPct val="30000"/>
      </a:spcBef>
      <a:spcAft>
        <a:spcPct val="0"/>
      </a:spcAft>
      <a:defRPr sz="400" kern="1200">
        <a:solidFill>
          <a:schemeClr val="tx1"/>
        </a:solidFill>
        <a:latin typeface="Times New Roman" panose="02020603050405020304" pitchFamily="18" charset="0"/>
        <a:ea typeface="+mn-ea"/>
        <a:cs typeface="+mn-cs"/>
      </a:defRPr>
    </a:lvl2pPr>
    <a:lvl3pPr marL="309880" algn="l" rtl="0" eaLnBrk="0" fontAlgn="base" hangingPunct="0">
      <a:spcBef>
        <a:spcPct val="30000"/>
      </a:spcBef>
      <a:spcAft>
        <a:spcPct val="0"/>
      </a:spcAft>
      <a:defRPr sz="400" kern="1200">
        <a:solidFill>
          <a:schemeClr val="tx1"/>
        </a:solidFill>
        <a:latin typeface="Times New Roman" panose="02020603050405020304" pitchFamily="18" charset="0"/>
        <a:ea typeface="+mn-ea"/>
        <a:cs typeface="+mn-cs"/>
      </a:defRPr>
    </a:lvl3pPr>
    <a:lvl4pPr marL="465455" algn="l" rtl="0" eaLnBrk="0" fontAlgn="base" hangingPunct="0">
      <a:spcBef>
        <a:spcPct val="30000"/>
      </a:spcBef>
      <a:spcAft>
        <a:spcPct val="0"/>
      </a:spcAft>
      <a:defRPr sz="400" kern="1200">
        <a:solidFill>
          <a:schemeClr val="tx1"/>
        </a:solidFill>
        <a:latin typeface="Times New Roman" panose="02020603050405020304" pitchFamily="18" charset="0"/>
        <a:ea typeface="+mn-ea"/>
        <a:cs typeface="+mn-cs"/>
      </a:defRPr>
    </a:lvl4pPr>
    <a:lvl5pPr marL="621030" algn="l" rtl="0" eaLnBrk="0" fontAlgn="base" hangingPunct="0">
      <a:spcBef>
        <a:spcPct val="30000"/>
      </a:spcBef>
      <a:spcAft>
        <a:spcPct val="0"/>
      </a:spcAft>
      <a:defRPr sz="400" kern="1200">
        <a:solidFill>
          <a:schemeClr val="tx1"/>
        </a:solidFill>
        <a:latin typeface="Times New Roman" panose="02020603050405020304" pitchFamily="18" charset="0"/>
        <a:ea typeface="+mn-ea"/>
        <a:cs typeface="+mn-cs"/>
      </a:defRPr>
    </a:lvl5pPr>
    <a:lvl6pPr marL="777875" algn="l" defTabSz="311150" rtl="0" eaLnBrk="1" latinLnBrk="0" hangingPunct="1">
      <a:defRPr sz="400" kern="1200">
        <a:solidFill>
          <a:schemeClr val="tx1"/>
        </a:solidFill>
        <a:latin typeface="+mn-lt"/>
        <a:ea typeface="+mn-ea"/>
        <a:cs typeface="+mn-cs"/>
      </a:defRPr>
    </a:lvl6pPr>
    <a:lvl7pPr marL="933450" algn="l" defTabSz="311150" rtl="0" eaLnBrk="1" latinLnBrk="0" hangingPunct="1">
      <a:defRPr sz="400" kern="1200">
        <a:solidFill>
          <a:schemeClr val="tx1"/>
        </a:solidFill>
        <a:latin typeface="+mn-lt"/>
        <a:ea typeface="+mn-ea"/>
        <a:cs typeface="+mn-cs"/>
      </a:defRPr>
    </a:lvl7pPr>
    <a:lvl8pPr marL="1089025" algn="l" defTabSz="311150" rtl="0" eaLnBrk="1" latinLnBrk="0" hangingPunct="1">
      <a:defRPr sz="400" kern="1200">
        <a:solidFill>
          <a:schemeClr val="tx1"/>
        </a:solidFill>
        <a:latin typeface="+mn-lt"/>
        <a:ea typeface="+mn-ea"/>
        <a:cs typeface="+mn-cs"/>
      </a:defRPr>
    </a:lvl8pPr>
    <a:lvl9pPr marL="1244600" algn="l" defTabSz="311150" rtl="0" eaLnBrk="1" latinLnBrk="0" hangingPunct="1">
      <a:defRPr sz="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4144963" y="9121775"/>
            <a:ext cx="3170237" cy="479425"/>
          </a:xfrm>
          <a:prstGeom prst="rect">
            <a:avLst/>
          </a:prstGeom>
          <a:noFill/>
          <a:ln w="9525">
            <a:noFill/>
          </a:ln>
        </p:spPr>
        <p:txBody>
          <a:bodyPr lIns="96292" tIns="48146" rIns="96292" bIns="48146" anchor="b" anchorCtr="0"/>
          <a:lstStyle/>
          <a:p>
            <a:pPr lvl="0" algn="r" defTabSz="962025">
              <a:spcBef>
                <a:spcPct val="0"/>
              </a:spcBef>
            </a:pPr>
            <a:fld id="{9A0DB2DC-4C9A-4742-B13C-FB6460FD3503}" type="slidenum">
              <a:rPr lang="en-US" altLang="en-US" sz="1200" dirty="0"/>
              <a:t>1</a:t>
            </a:fld>
            <a:endParaRPr lang="en-US" altLang="en-US" sz="1200" dirty="0"/>
          </a:p>
        </p:txBody>
      </p:sp>
      <p:sp>
        <p:nvSpPr>
          <p:cNvPr id="6147" name="Rectangle 2"/>
          <p:cNvSpPr>
            <a:spLocks noGrp="1" noRot="1" noChangeAspect="1" noTextEdit="1"/>
          </p:cNvSpPr>
          <p:nvPr>
            <p:ph type="sldImg"/>
          </p:nvPr>
        </p:nvSpPr>
        <p:spPr>
          <a:ln/>
        </p:spPr>
      </p:sp>
      <p:sp>
        <p:nvSpPr>
          <p:cNvPr id="6148" name="Rectangle 3"/>
          <p:cNvSpPr>
            <a:spLocks noGrp="1"/>
          </p:cNvSpPr>
          <p:nvPr>
            <p:ph type="body" idx="1"/>
          </p:nvPr>
        </p:nvSpPr>
        <p:spPr>
          <a:xfrm>
            <a:off x="976313" y="4560888"/>
            <a:ext cx="5362575" cy="4319587"/>
          </a:xfrm>
          <a:ln/>
        </p:spPr>
        <p:txBody>
          <a:bodyPr wrap="square" lIns="96292" tIns="48146" rIns="96292" bIns="48146" anchor="t" anchorCtr="0"/>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12801600" cy="9601200"/>
            <a:chOff x="0" y="0"/>
            <a:chExt cx="5760" cy="4320"/>
          </a:xfrm>
        </p:grpSpPr>
        <p:grpSp>
          <p:nvGrpSpPr>
            <p:cNvPr id="2056" name="Group 3"/>
            <p:cNvGrpSpPr/>
            <p:nvPr/>
          </p:nvGrpSpPr>
          <p:grpSpPr>
            <a:xfrm>
              <a:off x="0" y="0"/>
              <a:ext cx="5760" cy="4320"/>
              <a:chOff x="0" y="0"/>
              <a:chExt cx="5760" cy="4320"/>
            </a:xfrm>
          </p:grpSpPr>
          <p:sp>
            <p:nvSpPr>
              <p:cNvPr id="2066" name="Rectangle 4"/>
              <p:cNvSpPr/>
              <p:nvPr/>
            </p:nvSpPr>
            <p:spPr>
              <a:xfrm>
                <a:off x="2112" y="0"/>
                <a:ext cx="3648" cy="96"/>
              </a:xfrm>
              <a:prstGeom prst="rect">
                <a:avLst/>
              </a:prstGeom>
              <a:solidFill>
                <a:schemeClr val="folHlink"/>
              </a:solidFill>
              <a:ln w="9525">
                <a:noFill/>
              </a:ln>
            </p:spPr>
            <p:txBody>
              <a:bodyPr wrap="none" anchor="ctr" anchorCtr="0"/>
              <a:lstStyle/>
              <a:p>
                <a:pPr lvl="0" eaLnBrk="1" hangingPunct="1">
                  <a:spcBef>
                    <a:spcPct val="20000"/>
                  </a:spcBef>
                  <a:buClr>
                    <a:schemeClr val="bg1"/>
                  </a:buClr>
                  <a:buSzPct val="100000"/>
                  <a:buFont typeface="Wingdings" panose="05000000000000000000" pitchFamily="2" charset="2"/>
                  <a:buChar char="•"/>
                </a:pPr>
                <a:endParaRPr lang="en-US" altLang="en-US" dirty="0">
                  <a:latin typeface="Tahoma" panose="020B0604030504040204" pitchFamily="34" charset="0"/>
                </a:endParaRPr>
              </a:p>
            </p:txBody>
          </p:sp>
          <p:grpSp>
            <p:nvGrpSpPr>
              <p:cNvPr id="2067" name="Group 5"/>
              <p:cNvGrpSpPr/>
              <p:nvPr userDrawn="1"/>
            </p:nvGrpSpPr>
            <p:grpSpPr>
              <a:xfrm>
                <a:off x="0" y="0"/>
                <a:ext cx="5760" cy="4320"/>
                <a:chOff x="0" y="0"/>
                <a:chExt cx="5760" cy="4320"/>
              </a:xfrm>
            </p:grpSpPr>
            <p:sp>
              <p:nvSpPr>
                <p:cNvPr id="2069"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8"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9"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8"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7" name="Group 58"/>
            <p:cNvGrpSpPr/>
            <p:nvPr userDrawn="1"/>
          </p:nvGrpSpPr>
          <p:grpSpPr>
            <a:xfrm>
              <a:off x="3" y="559"/>
              <a:ext cx="4192" cy="1796"/>
              <a:chOff x="3" y="559"/>
              <a:chExt cx="4192" cy="1796"/>
            </a:xfrm>
          </p:grpSpPr>
          <p:sp>
            <p:nvSpPr>
              <p:cNvPr id="2062"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3"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4" name="Line 61"/>
              <p:cNvSpPr/>
              <p:nvPr/>
            </p:nvSpPr>
            <p:spPr>
              <a:xfrm flipH="1" flipV="1">
                <a:off x="384" y="939"/>
                <a:ext cx="3811" cy="1"/>
              </a:xfrm>
              <a:prstGeom prst="line">
                <a:avLst/>
              </a:prstGeom>
              <a:ln w="9525" cap="flat" cmpd="sng">
                <a:solidFill>
                  <a:schemeClr val="hlink"/>
                </a:solidFill>
                <a:prstDash val="solid"/>
                <a:headEnd type="none" w="med" len="med"/>
                <a:tailEnd type="none" w="med" len="med"/>
              </a:ln>
            </p:spPr>
          </p:sp>
          <p:sp>
            <p:nvSpPr>
              <p:cNvPr id="2065" name="Arc 62"/>
              <p:cNvSpPr/>
              <p:nvPr/>
            </p:nvSpPr>
            <p:spPr>
              <a:xfrm rot="-5400000" flipH="1">
                <a:off x="425" y="861"/>
                <a:ext cx="156" cy="157"/>
              </a:xfrm>
              <a:custGeom>
                <a:avLst/>
                <a:gdLst/>
                <a:ahLst/>
                <a:cxnLst>
                  <a:cxn ang="0">
                    <a:pos x="0" y="0"/>
                  </a:cxn>
                  <a:cxn ang="0">
                    <a:pos x="0" y="0"/>
                  </a:cxn>
                  <a:cxn ang="0">
                    <a:pos x="0" y="0"/>
                  </a:cxn>
                </a:cxnLst>
                <a:rect l="0" t="0" r="0" b="0"/>
                <a:pathLst>
                  <a:path w="43195" h="43200" fill="none">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lstStyle/>
              <a:p>
                <a:endParaRPr lang="en-US"/>
              </a:p>
            </p:txBody>
          </p:sp>
        </p:grpSp>
        <p:grpSp>
          <p:nvGrpSpPr>
            <p:cNvPr id="2058" name="Group 63"/>
            <p:cNvGrpSpPr/>
            <p:nvPr userDrawn="1"/>
          </p:nvGrpSpPr>
          <p:grpSpPr>
            <a:xfrm>
              <a:off x="1480" y="1952"/>
              <a:ext cx="3808" cy="1812"/>
              <a:chOff x="1480" y="1952"/>
              <a:chExt cx="3808" cy="1812"/>
            </a:xfrm>
          </p:grpSpPr>
          <p:sp>
            <p:nvSpPr>
              <p:cNvPr id="2059"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60"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61" name="Arc 66"/>
              <p:cNvSpPr/>
              <p:nvPr/>
            </p:nvSpPr>
            <p:spPr>
              <a:xfrm rot="5400000">
                <a:off x="5093" y="3350"/>
                <a:ext cx="156" cy="157"/>
              </a:xfrm>
              <a:custGeom>
                <a:avLst/>
                <a:gdLst/>
                <a:ahLst/>
                <a:cxnLst>
                  <a:cxn ang="0">
                    <a:pos x="0" y="0"/>
                  </a:cxn>
                  <a:cxn ang="0">
                    <a:pos x="0" y="0"/>
                  </a:cxn>
                  <a:cxn ang="0">
                    <a:pos x="0" y="0"/>
                  </a:cxn>
                </a:cxnLst>
                <a:rect l="0" t="0" r="0" b="0"/>
                <a:pathLst>
                  <a:path w="43195" h="43200" fill="none">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lstStyle/>
              <a:p>
                <a:endParaRPr lang="en-US"/>
              </a:p>
            </p:txBody>
          </p:sp>
        </p:grpSp>
      </p:grpSp>
      <p:sp>
        <p:nvSpPr>
          <p:cNvPr id="12355" name="Rectangle 67"/>
          <p:cNvSpPr>
            <a:spLocks noGrp="1" noChangeArrowheads="1"/>
          </p:cNvSpPr>
          <p:nvPr>
            <p:ph type="ctrTitle"/>
          </p:nvPr>
        </p:nvSpPr>
        <p:spPr>
          <a:xfrm>
            <a:off x="1386840" y="2453432"/>
            <a:ext cx="10881360" cy="1600200"/>
          </a:xfrm>
        </p:spPr>
        <p:txBody>
          <a:bodyPr/>
          <a:lstStyle>
            <a:lvl1pPr>
              <a:defRPr/>
            </a:lvl1pPr>
          </a:lstStyle>
          <a:p>
            <a:pPr lvl="0"/>
            <a:r>
              <a:rPr lang="en-US" noProof="0"/>
              <a:t>Click to edit Master title style</a:t>
            </a:r>
          </a:p>
        </p:txBody>
      </p:sp>
      <p:sp>
        <p:nvSpPr>
          <p:cNvPr id="12356" name="Rectangle 68" descr="Rectangle: Click to edit Master text styles&#10;Second level&#10;Third level&#10;Fourth level&#10;Fifth level"/>
          <p:cNvSpPr>
            <a:spLocks noGrp="1" noChangeArrowheads="1"/>
          </p:cNvSpPr>
          <p:nvPr>
            <p:ph type="subTitle" idx="1"/>
          </p:nvPr>
        </p:nvSpPr>
        <p:spPr>
          <a:xfrm>
            <a:off x="1386840" y="4633912"/>
            <a:ext cx="8961120" cy="2453432"/>
          </a:xfrm>
        </p:spPr>
        <p:txBody>
          <a:bodyPr/>
          <a:lstStyle>
            <a:lvl1pPr marL="0" indent="0">
              <a:buFont typeface="Wingdings" panose="05000000000000000000" pitchFamily="2" charset="2"/>
              <a:buNone/>
              <a:defRPr/>
            </a:lvl1pPr>
          </a:lstStyle>
          <a:p>
            <a:pPr lvl="0"/>
            <a:r>
              <a:rPr lang="en-US" noProof="0"/>
              <a:t>Click to edit Master subtitle style</a:t>
            </a:r>
          </a:p>
        </p:txBody>
      </p:sp>
      <p:sp>
        <p:nvSpPr>
          <p:cNvPr id="1029" name="Rectangle 69"/>
          <p:cNvSpPr>
            <a:spLocks noGrp="1" noChangeArrowheads="1"/>
          </p:cNvSpPr>
          <p:nvPr>
            <p:ph type="dt" sz="quarter" idx="2"/>
          </p:nvPr>
        </p:nvSpPr>
        <p:spPr bwMode="auto">
          <a:xfrm>
            <a:off x="960438" y="8748713"/>
            <a:ext cx="2667000" cy="638175"/>
          </a:xfrm>
          <a:prstGeom prst="rect">
            <a:avLst/>
          </a:prstGeom>
        </p:spPr>
        <p:txBody>
          <a:bodyPr vert="horz" wrap="square" lIns="127984" tIns="63992" rIns="127984" bIns="63992"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030" name="Rectangle 70"/>
          <p:cNvSpPr>
            <a:spLocks noGrp="1" noChangeArrowheads="1"/>
          </p:cNvSpPr>
          <p:nvPr>
            <p:ph type="ftr" sz="quarter" idx="3"/>
          </p:nvPr>
        </p:nvSpPr>
        <p:spPr bwMode="auto">
          <a:xfrm>
            <a:off x="4373563" y="8748713"/>
            <a:ext cx="4054475" cy="638175"/>
          </a:xfrm>
          <a:prstGeom prst="rect">
            <a:avLst/>
          </a:prstGeom>
        </p:spPr>
        <p:txBody>
          <a:bodyPr vert="horz" wrap="square" lIns="127984" tIns="63992" rIns="127984" bIns="63992"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031" name="Rectangle 71"/>
          <p:cNvSpPr>
            <a:spLocks noGrp="1" noChangeArrowheads="1"/>
          </p:cNvSpPr>
          <p:nvPr>
            <p:ph type="sldNum" sz="quarter" idx="4"/>
          </p:nvPr>
        </p:nvSpPr>
        <p:spPr bwMode="auto">
          <a:xfrm>
            <a:off x="9174163" y="8748713"/>
            <a:ext cx="2667000" cy="638175"/>
          </a:xfrm>
          <a:prstGeom prst="rect">
            <a:avLst/>
          </a:prstGeom>
        </p:spPr>
        <p:txBody>
          <a:bodyPr vert="horz" wrap="square" lIns="127984" tIns="63992" rIns="127984" bIns="63992" numCol="1" anchor="b" anchorCtr="0" compatLnSpc="1"/>
          <a:lstStyle/>
          <a:p>
            <a:pPr algn="r" eaLnBrk="1" hangingPunct="1">
              <a:buNone/>
            </a:pPr>
            <a:fld id="{9A0DB2DC-4C9A-4742-B13C-FB6460FD3503}" type="slidenum">
              <a:rPr lang="en-US" altLang="en-US" dirty="0"/>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7" y="6169521"/>
            <a:ext cx="10881360" cy="1907009"/>
          </a:xfrm>
        </p:spPr>
        <p:txBody>
          <a:bodyPr anchor="t"/>
          <a:lstStyle>
            <a:lvl1pPr algn="l">
              <a:defRPr sz="1400" b="1" cap="all"/>
            </a:lvl1pPr>
          </a:lstStyle>
          <a:p>
            <a:r>
              <a:rPr lang="en-US"/>
              <a:t>Click to edit Master title style</a:t>
            </a:r>
          </a:p>
        </p:txBody>
      </p:sp>
      <p:sp>
        <p:nvSpPr>
          <p:cNvPr id="3" name="Text Placeholder 2"/>
          <p:cNvSpPr>
            <a:spLocks noGrp="1"/>
          </p:cNvSpPr>
          <p:nvPr>
            <p:ph type="body" idx="1"/>
          </p:nvPr>
        </p:nvSpPr>
        <p:spPr>
          <a:xfrm>
            <a:off x="1011237" y="4069258"/>
            <a:ext cx="10881360" cy="2100263"/>
          </a:xfrm>
        </p:spPr>
        <p:txBody>
          <a:bodyPr anchor="b"/>
          <a:lstStyle>
            <a:lvl1pPr marL="0" indent="0">
              <a:buNone/>
              <a:defRPr sz="700"/>
            </a:lvl1pPr>
            <a:lvl2pPr marL="155575" indent="0">
              <a:buNone/>
              <a:defRPr sz="600"/>
            </a:lvl2pPr>
            <a:lvl3pPr marL="311150" indent="0">
              <a:buNone/>
              <a:defRPr sz="500"/>
            </a:lvl3pPr>
            <a:lvl4pPr marL="466725" indent="0">
              <a:buNone/>
              <a:defRPr sz="500"/>
            </a:lvl4pPr>
            <a:lvl5pPr marL="622300" indent="0">
              <a:buNone/>
              <a:defRPr sz="500"/>
            </a:lvl5pPr>
            <a:lvl6pPr marL="777875" indent="0">
              <a:buNone/>
              <a:defRPr sz="500"/>
            </a:lvl6pPr>
            <a:lvl7pPr marL="933450" indent="0">
              <a:buNone/>
              <a:defRPr sz="500"/>
            </a:lvl7pPr>
            <a:lvl8pPr marL="1089025" indent="0">
              <a:buNone/>
              <a:defRPr sz="500"/>
            </a:lvl8pPr>
            <a:lvl9pPr marL="1244600" indent="0">
              <a:buNone/>
              <a:defRPr sz="5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480" y="2667000"/>
            <a:ext cx="5414010" cy="5760616"/>
          </a:xfrm>
        </p:spPr>
        <p:txBody>
          <a:bodyPr/>
          <a:lstStyle>
            <a:lvl1pPr>
              <a:defRPr sz="1000"/>
            </a:lvl1pPr>
            <a:lvl2pPr>
              <a:defRPr sz="800"/>
            </a:lvl2pPr>
            <a:lvl3pPr>
              <a:defRPr sz="700"/>
            </a:lvl3pPr>
            <a:lvl4pPr>
              <a:defRPr sz="600"/>
            </a:lvl4pPr>
            <a:lvl5pPr>
              <a:defRPr sz="600"/>
            </a:lvl5pPr>
            <a:lvl6pPr>
              <a:defRPr sz="600"/>
            </a:lvl6pPr>
            <a:lvl7pPr>
              <a:defRPr sz="600"/>
            </a:lvl7pPr>
            <a:lvl8pPr>
              <a:defRPr sz="600"/>
            </a:lvl8pPr>
            <a:lvl9pPr>
              <a:defRPr sz="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40830" y="2667000"/>
            <a:ext cx="5414010" cy="5760616"/>
          </a:xfrm>
        </p:spPr>
        <p:txBody>
          <a:bodyPr/>
          <a:lstStyle>
            <a:lvl1pPr>
              <a:defRPr sz="1000"/>
            </a:lvl1pPr>
            <a:lvl2pPr>
              <a:defRPr sz="800"/>
            </a:lvl2pPr>
            <a:lvl3pPr>
              <a:defRPr sz="700"/>
            </a:lvl3pPr>
            <a:lvl4pPr>
              <a:defRPr sz="600"/>
            </a:lvl4pPr>
            <a:lvl5pPr>
              <a:defRPr sz="600"/>
            </a:lvl5pPr>
            <a:lvl6pPr>
              <a:defRPr sz="600"/>
            </a:lvl6pPr>
            <a:lvl7pPr>
              <a:defRPr sz="600"/>
            </a:lvl7pPr>
            <a:lvl8pPr>
              <a:defRPr sz="600"/>
            </a:lvl8pPr>
            <a:lvl9pPr>
              <a:defRPr sz="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384423"/>
            <a:ext cx="11521440" cy="1600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149227"/>
            <a:ext cx="5656263" cy="895425"/>
          </a:xfrm>
        </p:spPr>
        <p:txBody>
          <a:bodyPr anchor="b"/>
          <a:lstStyle>
            <a:lvl1pPr marL="0" indent="0">
              <a:buNone/>
              <a:defRPr sz="800" b="1"/>
            </a:lvl1pPr>
            <a:lvl2pPr marL="155575" indent="0">
              <a:buNone/>
              <a:defRPr sz="700" b="1"/>
            </a:lvl2pPr>
            <a:lvl3pPr marL="311150" indent="0">
              <a:buNone/>
              <a:defRPr sz="600" b="1"/>
            </a:lvl3pPr>
            <a:lvl4pPr marL="466725" indent="0">
              <a:buNone/>
              <a:defRPr sz="500" b="1"/>
            </a:lvl4pPr>
            <a:lvl5pPr marL="622300" indent="0">
              <a:buNone/>
              <a:defRPr sz="500" b="1"/>
            </a:lvl5pPr>
            <a:lvl6pPr marL="777875" indent="0">
              <a:buNone/>
              <a:defRPr sz="500" b="1"/>
            </a:lvl6pPr>
            <a:lvl7pPr marL="933450" indent="0">
              <a:buNone/>
              <a:defRPr sz="500" b="1"/>
            </a:lvl7pPr>
            <a:lvl8pPr marL="1089025" indent="0">
              <a:buNone/>
              <a:defRPr sz="500" b="1"/>
            </a:lvl8pPr>
            <a:lvl9pPr marL="1244600" indent="0">
              <a:buNone/>
              <a:defRPr sz="500" b="1"/>
            </a:lvl9pPr>
          </a:lstStyle>
          <a:p>
            <a:pPr lvl="0"/>
            <a:r>
              <a:rPr lang="en-US"/>
              <a:t>Click to edit Master text styles</a:t>
            </a:r>
          </a:p>
        </p:txBody>
      </p:sp>
      <p:sp>
        <p:nvSpPr>
          <p:cNvPr id="4" name="Content Placeholder 3"/>
          <p:cNvSpPr>
            <a:spLocks noGrp="1"/>
          </p:cNvSpPr>
          <p:nvPr>
            <p:ph sz="half" idx="2"/>
          </p:nvPr>
        </p:nvSpPr>
        <p:spPr>
          <a:xfrm>
            <a:off x="640080" y="3044652"/>
            <a:ext cx="5656263" cy="5531941"/>
          </a:xfrm>
        </p:spPr>
        <p:txBody>
          <a:bodyPr/>
          <a:lstStyle>
            <a:lvl1pPr>
              <a:defRPr sz="800"/>
            </a:lvl1pPr>
            <a:lvl2pPr>
              <a:defRPr sz="700"/>
            </a:lvl2pPr>
            <a:lvl3pPr>
              <a:defRPr sz="600"/>
            </a:lvl3pPr>
            <a:lvl4pPr>
              <a:defRPr sz="500"/>
            </a:lvl4pPr>
            <a:lvl5pPr>
              <a:defRPr sz="500"/>
            </a:lvl5pPr>
            <a:lvl6pPr>
              <a:defRPr sz="500"/>
            </a:lvl6pPr>
            <a:lvl7pPr>
              <a:defRPr sz="500"/>
            </a:lvl7pPr>
            <a:lvl8pPr>
              <a:defRPr sz="500"/>
            </a:lvl8pPr>
            <a:lvl9pPr>
              <a:defRPr sz="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5" y="2149227"/>
            <a:ext cx="5658485" cy="895425"/>
          </a:xfrm>
        </p:spPr>
        <p:txBody>
          <a:bodyPr anchor="b"/>
          <a:lstStyle>
            <a:lvl1pPr marL="0" indent="0">
              <a:buNone/>
              <a:defRPr sz="800" b="1"/>
            </a:lvl1pPr>
            <a:lvl2pPr marL="155575" indent="0">
              <a:buNone/>
              <a:defRPr sz="700" b="1"/>
            </a:lvl2pPr>
            <a:lvl3pPr marL="311150" indent="0">
              <a:buNone/>
              <a:defRPr sz="600" b="1"/>
            </a:lvl3pPr>
            <a:lvl4pPr marL="466725" indent="0">
              <a:buNone/>
              <a:defRPr sz="500" b="1"/>
            </a:lvl4pPr>
            <a:lvl5pPr marL="622300" indent="0">
              <a:buNone/>
              <a:defRPr sz="500" b="1"/>
            </a:lvl5pPr>
            <a:lvl6pPr marL="777875" indent="0">
              <a:buNone/>
              <a:defRPr sz="500" b="1"/>
            </a:lvl6pPr>
            <a:lvl7pPr marL="933450" indent="0">
              <a:buNone/>
              <a:defRPr sz="500" b="1"/>
            </a:lvl7pPr>
            <a:lvl8pPr marL="1089025" indent="0">
              <a:buNone/>
              <a:defRPr sz="500" b="1"/>
            </a:lvl8pPr>
            <a:lvl9pPr marL="1244600" indent="0">
              <a:buNone/>
              <a:defRPr sz="500" b="1"/>
            </a:lvl9pPr>
          </a:lstStyle>
          <a:p>
            <a:pPr lvl="0"/>
            <a:r>
              <a:rPr lang="en-US"/>
              <a:t>Click to edit Master text styles</a:t>
            </a:r>
          </a:p>
        </p:txBody>
      </p:sp>
      <p:sp>
        <p:nvSpPr>
          <p:cNvPr id="6" name="Content Placeholder 5"/>
          <p:cNvSpPr>
            <a:spLocks noGrp="1"/>
          </p:cNvSpPr>
          <p:nvPr>
            <p:ph sz="quarter" idx="4"/>
          </p:nvPr>
        </p:nvSpPr>
        <p:spPr>
          <a:xfrm>
            <a:off x="6503035" y="3044652"/>
            <a:ext cx="5658485" cy="5531941"/>
          </a:xfrm>
        </p:spPr>
        <p:txBody>
          <a:bodyPr/>
          <a:lstStyle>
            <a:lvl1pPr>
              <a:defRPr sz="800"/>
            </a:lvl1pPr>
            <a:lvl2pPr>
              <a:defRPr sz="700"/>
            </a:lvl2pPr>
            <a:lvl3pPr>
              <a:defRPr sz="600"/>
            </a:lvl3pPr>
            <a:lvl4pPr>
              <a:defRPr sz="500"/>
            </a:lvl4pPr>
            <a:lvl5pPr>
              <a:defRPr sz="500"/>
            </a:lvl5pPr>
            <a:lvl6pPr>
              <a:defRPr sz="500"/>
            </a:lvl6pPr>
            <a:lvl7pPr>
              <a:defRPr sz="500"/>
            </a:lvl7pPr>
            <a:lvl8pPr>
              <a:defRPr sz="500"/>
            </a:lvl8pPr>
            <a:lvl9pPr>
              <a:defRPr sz="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0" y="382340"/>
            <a:ext cx="4211638" cy="1626766"/>
          </a:xfrm>
        </p:spPr>
        <p:txBody>
          <a:bodyPr/>
          <a:lstStyle>
            <a:lvl1pPr algn="l">
              <a:defRPr sz="700" b="1"/>
            </a:lvl1pPr>
          </a:lstStyle>
          <a:p>
            <a:r>
              <a:rPr lang="en-US"/>
              <a:t>Click to edit Master title style</a:t>
            </a:r>
          </a:p>
        </p:txBody>
      </p:sp>
      <p:sp>
        <p:nvSpPr>
          <p:cNvPr id="3" name="Content Placeholder 2"/>
          <p:cNvSpPr>
            <a:spLocks noGrp="1"/>
          </p:cNvSpPr>
          <p:nvPr>
            <p:ph idx="1"/>
          </p:nvPr>
        </p:nvSpPr>
        <p:spPr>
          <a:xfrm>
            <a:off x="5005070" y="382340"/>
            <a:ext cx="7156450" cy="8194253"/>
          </a:xfrm>
        </p:spPr>
        <p:txBody>
          <a:bodyPr/>
          <a:lstStyle>
            <a:lvl1pPr>
              <a:defRPr sz="1100"/>
            </a:lvl1pPr>
            <a:lvl2pPr>
              <a:defRPr sz="1000"/>
            </a:lvl2pPr>
            <a:lvl3pPr>
              <a:defRPr sz="800"/>
            </a:lvl3pPr>
            <a:lvl4pPr>
              <a:defRPr sz="700"/>
            </a:lvl4pPr>
            <a:lvl5pPr>
              <a:defRPr sz="700"/>
            </a:lvl5pPr>
            <a:lvl6pPr>
              <a:defRPr sz="700"/>
            </a:lvl6pPr>
            <a:lvl7pPr>
              <a:defRPr sz="700"/>
            </a:lvl7pPr>
            <a:lvl8pPr>
              <a:defRPr sz="700"/>
            </a:lvl8pPr>
            <a:lvl9pPr>
              <a:defRPr sz="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0" y="2009105"/>
            <a:ext cx="4211638" cy="6567488"/>
          </a:xfrm>
        </p:spPr>
        <p:txBody>
          <a:bodyPr/>
          <a:lstStyle>
            <a:lvl1pPr marL="0" indent="0">
              <a:buNone/>
              <a:defRPr sz="500"/>
            </a:lvl1pPr>
            <a:lvl2pPr marL="155575" indent="0">
              <a:buNone/>
              <a:defRPr sz="400"/>
            </a:lvl2pPr>
            <a:lvl3pPr marL="311150" indent="0">
              <a:buNone/>
              <a:defRPr sz="300"/>
            </a:lvl3pPr>
            <a:lvl4pPr marL="466725" indent="0">
              <a:buNone/>
              <a:defRPr sz="300"/>
            </a:lvl4pPr>
            <a:lvl5pPr marL="622300" indent="0">
              <a:buNone/>
              <a:defRPr sz="300"/>
            </a:lvl5pPr>
            <a:lvl6pPr marL="777875" indent="0">
              <a:buNone/>
              <a:defRPr sz="300"/>
            </a:lvl6pPr>
            <a:lvl7pPr marL="933450" indent="0">
              <a:buNone/>
              <a:defRPr sz="300"/>
            </a:lvl7pPr>
            <a:lvl8pPr marL="1089025" indent="0">
              <a:buNone/>
              <a:defRPr sz="300"/>
            </a:lvl8pPr>
            <a:lvl9pPr marL="1244600" indent="0">
              <a:buNone/>
              <a:defRPr sz="3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6720632"/>
            <a:ext cx="7680960" cy="793849"/>
          </a:xfrm>
        </p:spPr>
        <p:txBody>
          <a:bodyPr/>
          <a:lstStyle>
            <a:lvl1pPr algn="l">
              <a:defRPr sz="700" b="1"/>
            </a:lvl1pPr>
          </a:lstStyle>
          <a:p>
            <a:r>
              <a:rPr lang="en-US"/>
              <a:t>Click to edit Master title style</a:t>
            </a:r>
          </a:p>
        </p:txBody>
      </p:sp>
      <p:sp>
        <p:nvSpPr>
          <p:cNvPr id="3" name="Picture Placeholder 2"/>
          <p:cNvSpPr>
            <a:spLocks noGrp="1"/>
          </p:cNvSpPr>
          <p:nvPr>
            <p:ph type="pic" idx="1"/>
          </p:nvPr>
        </p:nvSpPr>
        <p:spPr>
          <a:xfrm>
            <a:off x="2509203" y="857920"/>
            <a:ext cx="7680960" cy="5760616"/>
          </a:xfrm>
        </p:spPr>
        <p:txBody>
          <a:bodyPr vert="horz" wrap="square" lIns="127984" tIns="63992" rIns="127984" bIns="63992" numCol="1" anchor="t" anchorCtr="0" compatLnSpc="1"/>
          <a:lstStyle>
            <a:lvl1pPr marL="0" indent="0">
              <a:buNone/>
              <a:defRPr sz="1100"/>
            </a:lvl1pPr>
            <a:lvl2pPr marL="155575" indent="0">
              <a:buNone/>
              <a:defRPr sz="1000"/>
            </a:lvl2pPr>
            <a:lvl3pPr marL="311150" indent="0">
              <a:buNone/>
              <a:defRPr sz="800"/>
            </a:lvl3pPr>
            <a:lvl4pPr marL="466725" indent="0">
              <a:buNone/>
              <a:defRPr sz="700"/>
            </a:lvl4pPr>
            <a:lvl5pPr marL="622300" indent="0">
              <a:buNone/>
              <a:defRPr sz="700"/>
            </a:lvl5pPr>
            <a:lvl6pPr marL="777875" indent="0">
              <a:buNone/>
              <a:defRPr sz="700"/>
            </a:lvl6pPr>
            <a:lvl7pPr marL="933450" indent="0">
              <a:buNone/>
              <a:defRPr sz="700"/>
            </a:lvl7pPr>
            <a:lvl8pPr marL="1089025" indent="0">
              <a:buNone/>
              <a:defRPr sz="700"/>
            </a:lvl8pPr>
            <a:lvl9pPr marL="1244600" indent="0">
              <a:buNone/>
              <a:defRPr sz="700"/>
            </a:lvl9pPr>
          </a:lstStyle>
          <a:p>
            <a:pPr marL="0" marR="0" lvl="0" indent="0" algn="l" defTabSz="1279525" rtl="0" eaLnBrk="0" fontAlgn="base" latinLnBrk="0" hangingPunct="0">
              <a:lnSpc>
                <a:spcPct val="100000"/>
              </a:lnSpc>
              <a:spcBef>
                <a:spcPct val="20000"/>
              </a:spcBef>
              <a:spcAft>
                <a:spcPct val="0"/>
              </a:spcAft>
              <a:buClr>
                <a:schemeClr val="tx1"/>
              </a:buClr>
              <a:buSzPct val="110000"/>
              <a:buFont typeface="Wingdings" panose="05000000000000000000" pitchFamily="2" charset="2"/>
              <a:buNone/>
              <a:defRPr/>
            </a:pPr>
            <a:endParaRPr kumimoji="0" lang="en-US" sz="1100" b="1" i="1"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509203" y="7514481"/>
            <a:ext cx="7680960" cy="1126703"/>
          </a:xfrm>
        </p:spPr>
        <p:txBody>
          <a:bodyPr/>
          <a:lstStyle>
            <a:lvl1pPr marL="0" indent="0">
              <a:buNone/>
              <a:defRPr sz="500"/>
            </a:lvl1pPr>
            <a:lvl2pPr marL="155575" indent="0">
              <a:buNone/>
              <a:defRPr sz="400"/>
            </a:lvl2pPr>
            <a:lvl3pPr marL="311150" indent="0">
              <a:buNone/>
              <a:defRPr sz="300"/>
            </a:lvl3pPr>
            <a:lvl4pPr marL="466725" indent="0">
              <a:buNone/>
              <a:defRPr sz="300"/>
            </a:lvl4pPr>
            <a:lvl5pPr marL="622300" indent="0">
              <a:buNone/>
              <a:defRPr sz="300"/>
            </a:lvl5pPr>
            <a:lvl6pPr marL="777875" indent="0">
              <a:buNone/>
              <a:defRPr sz="300"/>
            </a:lvl6pPr>
            <a:lvl7pPr marL="933450" indent="0">
              <a:buNone/>
              <a:defRPr sz="300"/>
            </a:lvl7pPr>
            <a:lvl8pPr marL="1089025" indent="0">
              <a:buNone/>
              <a:defRPr sz="300"/>
            </a:lvl8pPr>
            <a:lvl9pPr marL="1244600" indent="0">
              <a:buNone/>
              <a:defRPr sz="3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54490" y="426616"/>
            <a:ext cx="2800350" cy="8001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3440" y="426616"/>
            <a:ext cx="8347710" cy="8001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63"/>
          <p:cNvSpPr>
            <a:spLocks noGrp="1"/>
          </p:cNvSpPr>
          <p:nvPr>
            <p:ph type="title"/>
          </p:nvPr>
        </p:nvSpPr>
        <p:spPr>
          <a:xfrm>
            <a:off x="854075" y="427038"/>
            <a:ext cx="10880725" cy="1600200"/>
          </a:xfrm>
          <a:prstGeom prst="rect">
            <a:avLst/>
          </a:prstGeom>
          <a:noFill/>
          <a:ln w="9525">
            <a:noFill/>
          </a:ln>
        </p:spPr>
        <p:txBody>
          <a:bodyPr lIns="127984" tIns="63992" rIns="127984" bIns="63992" anchor="b" anchorCtr="0"/>
          <a:lstStyle/>
          <a:p>
            <a:pPr lvl="0"/>
            <a:r>
              <a:rPr lang="en-US" altLang="en-US" dirty="0"/>
              <a:t>CLICK TO EDIT MASTER TITLE STYLE</a:t>
            </a:r>
          </a:p>
        </p:txBody>
      </p:sp>
      <p:sp>
        <p:nvSpPr>
          <p:cNvPr id="1027" name="Rectangle 64" descr="Rectangle: Click to edit Master text styles&#10;Second level&#10;Third level&#10;Fourth level&#10;Fifth level"/>
          <p:cNvSpPr>
            <a:spLocks noGrp="1"/>
          </p:cNvSpPr>
          <p:nvPr>
            <p:ph type="body" idx="1"/>
          </p:nvPr>
        </p:nvSpPr>
        <p:spPr>
          <a:xfrm>
            <a:off x="1173163" y="2667000"/>
            <a:ext cx="10882312" cy="5761038"/>
          </a:xfrm>
          <a:prstGeom prst="rect">
            <a:avLst/>
          </a:prstGeom>
          <a:noFill/>
          <a:ln w="9525">
            <a:noFill/>
          </a:ln>
        </p:spPr>
        <p:txBody>
          <a:bodyPr lIns="127984" tIns="63992" rIns="127984" bIns="63992"/>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p:txBody>
      </p:sp>
      <p:sp>
        <p:nvSpPr>
          <p:cNvPr id="11329" name="Rectangle 65"/>
          <p:cNvSpPr>
            <a:spLocks noGrp="1" noChangeArrowheads="1"/>
          </p:cNvSpPr>
          <p:nvPr>
            <p:ph type="dt" sz="half" idx="2"/>
          </p:nvPr>
        </p:nvSpPr>
        <p:spPr bwMode="auto">
          <a:xfrm>
            <a:off x="960438" y="8748713"/>
            <a:ext cx="2667000" cy="638175"/>
          </a:xfrm>
          <a:prstGeom prst="rect">
            <a:avLst/>
          </a:prstGeom>
          <a:noFill/>
          <a:ln>
            <a:noFill/>
          </a:ln>
          <a:effectLst/>
        </p:spPr>
        <p:txBody>
          <a:bodyPr vert="horz" wrap="square" lIns="127984" tIns="63992" rIns="127984" bIns="63992" numCol="1" anchor="b" anchorCtr="0" compatLnSpc="1"/>
          <a:lstStyle>
            <a:lvl1pPr eaLnBrk="1" hangingPunct="1">
              <a:spcBef>
                <a:spcPct val="0"/>
              </a:spcBef>
              <a:buClrTx/>
              <a:buSzTx/>
              <a:buFontTx/>
              <a:buNone/>
              <a:defRPr sz="20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1330" name="Rectangle 66"/>
          <p:cNvSpPr>
            <a:spLocks noGrp="1" noChangeArrowheads="1"/>
          </p:cNvSpPr>
          <p:nvPr>
            <p:ph type="ftr" sz="quarter" idx="3"/>
          </p:nvPr>
        </p:nvSpPr>
        <p:spPr bwMode="auto">
          <a:xfrm>
            <a:off x="4373563" y="8748713"/>
            <a:ext cx="4054475" cy="638175"/>
          </a:xfrm>
          <a:prstGeom prst="rect">
            <a:avLst/>
          </a:prstGeom>
          <a:noFill/>
          <a:ln>
            <a:noFill/>
          </a:ln>
          <a:effectLst/>
        </p:spPr>
        <p:txBody>
          <a:bodyPr vert="horz" wrap="square" lIns="127984" tIns="63992" rIns="127984" bIns="63992" numCol="1" anchor="b" anchorCtr="0" compatLnSpc="1"/>
          <a:lstStyle>
            <a:lvl1pPr algn="ctr" eaLnBrk="1" hangingPunct="1">
              <a:spcBef>
                <a:spcPct val="0"/>
              </a:spcBef>
              <a:buClrTx/>
              <a:buSzTx/>
              <a:buFontTx/>
              <a:buNone/>
              <a:defRPr sz="20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1331" name="Rectangle 67"/>
          <p:cNvSpPr>
            <a:spLocks noGrp="1" noChangeArrowheads="1"/>
          </p:cNvSpPr>
          <p:nvPr>
            <p:ph type="sldNum" sz="quarter" idx="4"/>
          </p:nvPr>
        </p:nvSpPr>
        <p:spPr bwMode="auto">
          <a:xfrm>
            <a:off x="9174163" y="8748713"/>
            <a:ext cx="2667000" cy="638175"/>
          </a:xfrm>
          <a:prstGeom prst="rect">
            <a:avLst/>
          </a:prstGeom>
          <a:noFill/>
          <a:ln>
            <a:noFill/>
          </a:ln>
          <a:effectLst/>
        </p:spPr>
        <p:txBody>
          <a:bodyPr vert="horz" wrap="square" lIns="127984" tIns="63992" rIns="127984" bIns="63992" numCol="1" anchor="b" anchorCtr="0" compatLnSpc="1"/>
          <a:lstStyle>
            <a:lvl1pPr algn="r">
              <a:defRPr sz="2000"/>
            </a:lvl1pPr>
          </a:lstStyle>
          <a:p>
            <a:pPr lvl="0" eaLnBrk="1" hangingPunct="1">
              <a:buNone/>
            </a:pPr>
            <a:fld id="{9A0DB2DC-4C9A-4742-B13C-FB6460FD3503}" type="slidenum">
              <a:rPr lang="en-US" altLang="en-US" dirty="0">
                <a:latin typeface="Tahoma" panose="020B0604030504040204" pitchFamily="34" charset="0"/>
              </a:rPr>
              <a:t>‹#›</a:t>
            </a:fld>
            <a:endParaRPr lang="en-US" altLang="en-US"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1279525" rtl="0" eaLnBrk="0" fontAlgn="base" hangingPunct="0">
        <a:spcBef>
          <a:spcPct val="0"/>
        </a:spcBef>
        <a:spcAft>
          <a:spcPct val="0"/>
        </a:spcAft>
        <a:defRPr sz="2000" b="1" i="1">
          <a:solidFill>
            <a:schemeClr val="tx2"/>
          </a:solidFill>
          <a:latin typeface="+mj-lt"/>
          <a:ea typeface="+mj-ea"/>
          <a:cs typeface="+mj-cs"/>
        </a:defRPr>
      </a:lvl1pPr>
      <a:lvl2pPr algn="l" defTabSz="1279525" rtl="0" eaLnBrk="0" fontAlgn="base" hangingPunct="0">
        <a:spcBef>
          <a:spcPct val="0"/>
        </a:spcBef>
        <a:spcAft>
          <a:spcPct val="0"/>
        </a:spcAft>
        <a:defRPr sz="2000" b="1" i="1">
          <a:solidFill>
            <a:schemeClr val="tx2"/>
          </a:solidFill>
          <a:latin typeface="Arial" panose="020B0604020202020204" pitchFamily="34" charset="0"/>
        </a:defRPr>
      </a:lvl2pPr>
      <a:lvl3pPr algn="l" defTabSz="1279525" rtl="0" eaLnBrk="0" fontAlgn="base" hangingPunct="0">
        <a:spcBef>
          <a:spcPct val="0"/>
        </a:spcBef>
        <a:spcAft>
          <a:spcPct val="0"/>
        </a:spcAft>
        <a:defRPr sz="2000" b="1" i="1">
          <a:solidFill>
            <a:schemeClr val="tx2"/>
          </a:solidFill>
          <a:latin typeface="Arial" panose="020B0604020202020204" pitchFamily="34" charset="0"/>
        </a:defRPr>
      </a:lvl3pPr>
      <a:lvl4pPr algn="l" defTabSz="1279525" rtl="0" eaLnBrk="0" fontAlgn="base" hangingPunct="0">
        <a:spcBef>
          <a:spcPct val="0"/>
        </a:spcBef>
        <a:spcAft>
          <a:spcPct val="0"/>
        </a:spcAft>
        <a:defRPr sz="2000" b="1" i="1">
          <a:solidFill>
            <a:schemeClr val="tx2"/>
          </a:solidFill>
          <a:latin typeface="Arial" panose="020B0604020202020204" pitchFamily="34" charset="0"/>
        </a:defRPr>
      </a:lvl4pPr>
      <a:lvl5pPr algn="l" defTabSz="1279525" rtl="0" eaLnBrk="0" fontAlgn="base" hangingPunct="0">
        <a:spcBef>
          <a:spcPct val="0"/>
        </a:spcBef>
        <a:spcAft>
          <a:spcPct val="0"/>
        </a:spcAft>
        <a:defRPr sz="2000" b="1" i="1">
          <a:solidFill>
            <a:schemeClr val="tx2"/>
          </a:solidFill>
          <a:latin typeface="Arial" panose="020B0604020202020204" pitchFamily="34" charset="0"/>
        </a:defRPr>
      </a:lvl5pPr>
      <a:lvl6pPr marL="155575" algn="l" defTabSz="1280160" rtl="0" fontAlgn="base">
        <a:spcBef>
          <a:spcPct val="0"/>
        </a:spcBef>
        <a:spcAft>
          <a:spcPct val="0"/>
        </a:spcAft>
        <a:defRPr sz="2000" b="1" i="1">
          <a:solidFill>
            <a:schemeClr val="tx2"/>
          </a:solidFill>
          <a:latin typeface="Arial" panose="020B0604020202020204" pitchFamily="34" charset="0"/>
        </a:defRPr>
      </a:lvl6pPr>
      <a:lvl7pPr marL="311150" algn="l" defTabSz="1280160" rtl="0" fontAlgn="base">
        <a:spcBef>
          <a:spcPct val="0"/>
        </a:spcBef>
        <a:spcAft>
          <a:spcPct val="0"/>
        </a:spcAft>
        <a:defRPr sz="2000" b="1" i="1">
          <a:solidFill>
            <a:schemeClr val="tx2"/>
          </a:solidFill>
          <a:latin typeface="Arial" panose="020B0604020202020204" pitchFamily="34" charset="0"/>
        </a:defRPr>
      </a:lvl7pPr>
      <a:lvl8pPr marL="466725" algn="l" defTabSz="1280160" rtl="0" fontAlgn="base">
        <a:spcBef>
          <a:spcPct val="0"/>
        </a:spcBef>
        <a:spcAft>
          <a:spcPct val="0"/>
        </a:spcAft>
        <a:defRPr sz="2000" b="1" i="1">
          <a:solidFill>
            <a:schemeClr val="tx2"/>
          </a:solidFill>
          <a:latin typeface="Arial" panose="020B0604020202020204" pitchFamily="34" charset="0"/>
        </a:defRPr>
      </a:lvl8pPr>
      <a:lvl9pPr marL="622300" algn="l" defTabSz="1280160" rtl="0" fontAlgn="base">
        <a:spcBef>
          <a:spcPct val="0"/>
        </a:spcBef>
        <a:spcAft>
          <a:spcPct val="0"/>
        </a:spcAft>
        <a:defRPr sz="2000" b="1" i="1">
          <a:solidFill>
            <a:schemeClr val="tx2"/>
          </a:solidFill>
          <a:latin typeface="Arial" panose="020B0604020202020204" pitchFamily="34" charset="0"/>
        </a:defRPr>
      </a:lvl9pPr>
    </p:titleStyle>
    <p:body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vl6pPr marL="3035300" indent="-319405" algn="l" defTabSz="1280160" rtl="0" fontAlgn="base">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6pPr>
      <a:lvl7pPr marL="3190875" indent="-319405" algn="l" defTabSz="1280160" rtl="0" fontAlgn="base">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7pPr>
      <a:lvl8pPr marL="3346450" indent="-319405" algn="l" defTabSz="1280160" rtl="0" fontAlgn="base">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8pPr>
      <a:lvl9pPr marL="3502025" indent="-319405" algn="l" defTabSz="1280160" rtl="0" fontAlgn="base">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9pPr>
    </p:bodyStyle>
    <p:otherStyle>
      <a:defPPr>
        <a:defRPr lang="en-US"/>
      </a:defPPr>
      <a:lvl1pPr marL="0" algn="l" defTabSz="311150" rtl="0" eaLnBrk="1" latinLnBrk="0" hangingPunct="1">
        <a:defRPr sz="600" kern="1200">
          <a:solidFill>
            <a:schemeClr val="tx1"/>
          </a:solidFill>
          <a:latin typeface="+mn-lt"/>
          <a:ea typeface="+mn-ea"/>
          <a:cs typeface="+mn-cs"/>
        </a:defRPr>
      </a:lvl1pPr>
      <a:lvl2pPr marL="155575" algn="l" defTabSz="311150" rtl="0" eaLnBrk="1" latinLnBrk="0" hangingPunct="1">
        <a:defRPr sz="600" kern="1200">
          <a:solidFill>
            <a:schemeClr val="tx1"/>
          </a:solidFill>
          <a:latin typeface="+mn-lt"/>
          <a:ea typeface="+mn-ea"/>
          <a:cs typeface="+mn-cs"/>
        </a:defRPr>
      </a:lvl2pPr>
      <a:lvl3pPr marL="311150" algn="l" defTabSz="311150" rtl="0" eaLnBrk="1" latinLnBrk="0" hangingPunct="1">
        <a:defRPr sz="600" kern="1200">
          <a:solidFill>
            <a:schemeClr val="tx1"/>
          </a:solidFill>
          <a:latin typeface="+mn-lt"/>
          <a:ea typeface="+mn-ea"/>
          <a:cs typeface="+mn-cs"/>
        </a:defRPr>
      </a:lvl3pPr>
      <a:lvl4pPr marL="466725" algn="l" defTabSz="311150" rtl="0" eaLnBrk="1" latinLnBrk="0" hangingPunct="1">
        <a:defRPr sz="600" kern="1200">
          <a:solidFill>
            <a:schemeClr val="tx1"/>
          </a:solidFill>
          <a:latin typeface="+mn-lt"/>
          <a:ea typeface="+mn-ea"/>
          <a:cs typeface="+mn-cs"/>
        </a:defRPr>
      </a:lvl4pPr>
      <a:lvl5pPr marL="622300" algn="l" defTabSz="311150" rtl="0" eaLnBrk="1" latinLnBrk="0" hangingPunct="1">
        <a:defRPr sz="600" kern="1200">
          <a:solidFill>
            <a:schemeClr val="tx1"/>
          </a:solidFill>
          <a:latin typeface="+mn-lt"/>
          <a:ea typeface="+mn-ea"/>
          <a:cs typeface="+mn-cs"/>
        </a:defRPr>
      </a:lvl5pPr>
      <a:lvl6pPr marL="777875" algn="l" defTabSz="311150" rtl="0" eaLnBrk="1" latinLnBrk="0" hangingPunct="1">
        <a:defRPr sz="600" kern="1200">
          <a:solidFill>
            <a:schemeClr val="tx1"/>
          </a:solidFill>
          <a:latin typeface="+mn-lt"/>
          <a:ea typeface="+mn-ea"/>
          <a:cs typeface="+mn-cs"/>
        </a:defRPr>
      </a:lvl6pPr>
      <a:lvl7pPr marL="933450" algn="l" defTabSz="311150" rtl="0" eaLnBrk="1" latinLnBrk="0" hangingPunct="1">
        <a:defRPr sz="600" kern="1200">
          <a:solidFill>
            <a:schemeClr val="tx1"/>
          </a:solidFill>
          <a:latin typeface="+mn-lt"/>
          <a:ea typeface="+mn-ea"/>
          <a:cs typeface="+mn-cs"/>
        </a:defRPr>
      </a:lvl7pPr>
      <a:lvl8pPr marL="1089025" algn="l" defTabSz="311150" rtl="0" eaLnBrk="1" latinLnBrk="0" hangingPunct="1">
        <a:defRPr sz="600" kern="1200">
          <a:solidFill>
            <a:schemeClr val="tx1"/>
          </a:solidFill>
          <a:latin typeface="+mn-lt"/>
          <a:ea typeface="+mn-ea"/>
          <a:cs typeface="+mn-cs"/>
        </a:defRPr>
      </a:lvl8pPr>
      <a:lvl9pPr marL="1244600" algn="l" defTabSz="311150" rtl="0" eaLnBrk="1" latinLnBrk="0" hangingPunct="1">
        <a:defRPr sz="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503"/>
          <p:cNvSpPr txBox="1"/>
          <p:nvPr/>
        </p:nvSpPr>
        <p:spPr>
          <a:xfrm>
            <a:off x="4908550" y="6481763"/>
            <a:ext cx="4056063" cy="319087"/>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algn="ctr" defTabSz="914400">
              <a:spcBef>
                <a:spcPct val="0"/>
              </a:spcBef>
              <a:buClrTx/>
              <a:buSzPct val="150000"/>
              <a:buNone/>
            </a:pPr>
            <a:r>
              <a:rPr lang="en-US" altLang="en-US" sz="1400" b="0" i="0" dirty="0">
                <a:solidFill>
                  <a:srgbClr val="336600"/>
                </a:solidFill>
                <a:latin typeface="Arial Black" panose="020B0A04020102020204" pitchFamily="34" charset="0"/>
              </a:rPr>
              <a:t>EXPERIMENTAL / SIMULATION RESULTS</a:t>
            </a:r>
          </a:p>
          <a:p>
            <a:pPr marL="0" lvl="0" indent="0" algn="ctr" defTabSz="914400">
              <a:spcBef>
                <a:spcPct val="0"/>
              </a:spcBef>
              <a:buClrTx/>
              <a:buSzPct val="150000"/>
              <a:buFont typeface="Wingdings" panose="05000000000000000000" pitchFamily="2" charset="2"/>
              <a:buChar char="§"/>
            </a:pPr>
            <a:endParaRPr lang="en-US" altLang="en-US" sz="1400" b="0" dirty="0">
              <a:latin typeface="Arial Black" panose="020B0A04020102020204" pitchFamily="34" charset="0"/>
              <a:ea typeface="Arial" panose="020B0604020202020204" pitchFamily="34" charset="0"/>
            </a:endParaRPr>
          </a:p>
        </p:txBody>
      </p:sp>
      <p:sp>
        <p:nvSpPr>
          <p:cNvPr id="5123" name="Text Box 12"/>
          <p:cNvSpPr txBox="1"/>
          <p:nvPr/>
        </p:nvSpPr>
        <p:spPr>
          <a:xfrm>
            <a:off x="4529138" y="1498600"/>
            <a:ext cx="2719387" cy="234950"/>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116205" lvl="0" indent="-116205" defTabSz="914400" eaLnBrk="1" hangingPunct="1">
              <a:buNone/>
            </a:pPr>
            <a:r>
              <a:rPr lang="en-US" altLang="en-US" sz="1400" b="0" i="0" dirty="0">
                <a:solidFill>
                  <a:srgbClr val="1329FF"/>
                </a:solidFill>
                <a:latin typeface="Arial Black" panose="020B0A04020102020204" pitchFamily="34" charset="0"/>
              </a:rPr>
              <a:t>          </a:t>
            </a:r>
            <a:r>
              <a:rPr lang="en-US" altLang="en-US" sz="1400" i="0" dirty="0">
                <a:solidFill>
                  <a:srgbClr val="336600"/>
                </a:solidFill>
                <a:latin typeface="Arial Black" panose="020B0A04020102020204" pitchFamily="34" charset="0"/>
              </a:rPr>
              <a:t>OBJECTIVE</a:t>
            </a:r>
          </a:p>
        </p:txBody>
      </p:sp>
      <p:sp>
        <p:nvSpPr>
          <p:cNvPr id="5124" name="Text Box 1291"/>
          <p:cNvSpPr txBox="1"/>
          <p:nvPr/>
        </p:nvSpPr>
        <p:spPr>
          <a:xfrm>
            <a:off x="3387725" y="4073525"/>
            <a:ext cx="3573463" cy="269875"/>
          </a:xfrm>
          <a:prstGeom prst="rect">
            <a:avLst/>
          </a:prstGeom>
          <a:noFill/>
          <a:ln w="9525">
            <a:noFill/>
          </a:ln>
        </p:spPr>
        <p:txBody>
          <a:bodyPr lIns="31097" tIns="15548" rIns="31097" bIns="15548"/>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a:spcBef>
                <a:spcPct val="0"/>
              </a:spcBef>
              <a:buClrTx/>
              <a:buSzTx/>
              <a:buFontTx/>
              <a:buNone/>
            </a:pPr>
            <a:r>
              <a:rPr lang="en-US" altLang="en-US" sz="1400" i="0" dirty="0">
                <a:solidFill>
                  <a:srgbClr val="1329FF"/>
                </a:solidFill>
                <a:latin typeface="Arial Black" panose="020B0A04020102020204" pitchFamily="34" charset="0"/>
              </a:rPr>
              <a:t>        </a:t>
            </a:r>
            <a:r>
              <a:rPr lang="en-US" altLang="en-US" sz="1400" b="0" i="0" dirty="0">
                <a:solidFill>
                  <a:srgbClr val="336600"/>
                </a:solidFill>
                <a:latin typeface="Arial Black" panose="020B0A04020102020204" pitchFamily="34" charset="0"/>
              </a:rPr>
              <a:t>BLOCK DIAGRAM/ALGORITHM</a:t>
            </a:r>
            <a:r>
              <a:rPr lang="en-US" altLang="en-US" sz="1400" b="0" i="0" dirty="0">
                <a:solidFill>
                  <a:srgbClr val="1329FF"/>
                </a:solidFill>
                <a:latin typeface="Arial Black" panose="020B0A04020102020204" pitchFamily="34" charset="0"/>
              </a:rPr>
              <a:t>		</a:t>
            </a:r>
          </a:p>
        </p:txBody>
      </p:sp>
      <p:sp>
        <p:nvSpPr>
          <p:cNvPr id="5125" name="Line 2"/>
          <p:cNvSpPr/>
          <p:nvPr/>
        </p:nvSpPr>
        <p:spPr>
          <a:xfrm>
            <a:off x="400050" y="376238"/>
            <a:ext cx="11998325" cy="0"/>
          </a:xfrm>
          <a:prstGeom prst="line">
            <a:avLst/>
          </a:prstGeom>
          <a:ln w="79375" cap="rnd" cmpd="dbl">
            <a:solidFill>
              <a:srgbClr val="00007E"/>
            </a:solidFill>
            <a:prstDash val="solid"/>
            <a:headEnd type="none" w="med" len="med"/>
            <a:tailEnd type="none" w="med" len="med"/>
          </a:ln>
        </p:spPr>
      </p:sp>
      <p:sp>
        <p:nvSpPr>
          <p:cNvPr id="5126" name="Line 3"/>
          <p:cNvSpPr/>
          <p:nvPr/>
        </p:nvSpPr>
        <p:spPr>
          <a:xfrm>
            <a:off x="400050" y="9221788"/>
            <a:ext cx="11998325" cy="0"/>
          </a:xfrm>
          <a:prstGeom prst="line">
            <a:avLst/>
          </a:prstGeom>
          <a:ln w="88900" cap="rnd" cmpd="thickThin">
            <a:solidFill>
              <a:srgbClr val="00007E"/>
            </a:solidFill>
            <a:prstDash val="solid"/>
            <a:headEnd type="none" w="med" len="med"/>
            <a:tailEnd type="none" w="med" len="med"/>
          </a:ln>
        </p:spPr>
      </p:sp>
      <p:sp>
        <p:nvSpPr>
          <p:cNvPr id="5127" name="Line 4"/>
          <p:cNvSpPr/>
          <p:nvPr/>
        </p:nvSpPr>
        <p:spPr>
          <a:xfrm>
            <a:off x="400050" y="376238"/>
            <a:ext cx="0" cy="8845550"/>
          </a:xfrm>
          <a:prstGeom prst="line">
            <a:avLst/>
          </a:prstGeom>
          <a:ln w="88900" cap="rnd" cmpd="thickThin">
            <a:solidFill>
              <a:srgbClr val="00007E"/>
            </a:solidFill>
            <a:prstDash val="solid"/>
            <a:headEnd type="none" w="med" len="med"/>
            <a:tailEnd type="none" w="med" len="med"/>
          </a:ln>
        </p:spPr>
      </p:sp>
      <p:sp>
        <p:nvSpPr>
          <p:cNvPr id="5128" name="Line 5"/>
          <p:cNvSpPr/>
          <p:nvPr/>
        </p:nvSpPr>
        <p:spPr>
          <a:xfrm>
            <a:off x="12398375" y="376238"/>
            <a:ext cx="0" cy="8845550"/>
          </a:xfrm>
          <a:prstGeom prst="line">
            <a:avLst/>
          </a:prstGeom>
          <a:ln w="88900" cap="rnd" cmpd="thickThin">
            <a:solidFill>
              <a:srgbClr val="00007E"/>
            </a:solidFill>
            <a:prstDash val="solid"/>
            <a:headEnd type="none" w="med" len="med"/>
            <a:tailEnd type="none" w="med" len="med"/>
          </a:ln>
        </p:spPr>
      </p:sp>
      <p:sp>
        <p:nvSpPr>
          <p:cNvPr id="5129" name="Line 6"/>
          <p:cNvSpPr/>
          <p:nvPr/>
        </p:nvSpPr>
        <p:spPr>
          <a:xfrm>
            <a:off x="400050" y="1423988"/>
            <a:ext cx="11998325" cy="0"/>
          </a:xfrm>
          <a:prstGeom prst="line">
            <a:avLst/>
          </a:prstGeom>
          <a:ln w="44450" cap="flat" cmpd="sng">
            <a:solidFill>
              <a:schemeClr val="tx1"/>
            </a:solidFill>
            <a:prstDash val="solid"/>
            <a:headEnd type="none" w="med" len="med"/>
            <a:tailEnd type="none" w="med" len="med"/>
          </a:ln>
        </p:spPr>
      </p:sp>
      <p:sp>
        <p:nvSpPr>
          <p:cNvPr id="5130" name="Rectangle 9"/>
          <p:cNvSpPr/>
          <p:nvPr/>
        </p:nvSpPr>
        <p:spPr>
          <a:xfrm>
            <a:off x="1828800" y="376238"/>
            <a:ext cx="9467850" cy="1047750"/>
          </a:xfrm>
          <a:prstGeom prst="rect">
            <a:avLst/>
          </a:prstGeom>
          <a:noFill/>
          <a:ln w="9525">
            <a:noFill/>
          </a:ln>
        </p:spPr>
        <p:txBody>
          <a:bodyPr wrap="none" lIns="31097" tIns="15548" rIns="31097" bIns="15548" anchor="ctr" anchorCtr="1"/>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algn="ctr" defTabSz="914400" eaLnBrk="1" hangingPunct="1">
              <a:buClr>
                <a:schemeClr val="bg1"/>
              </a:buClr>
              <a:buSzPct val="100000"/>
              <a:buNone/>
            </a:pPr>
            <a:r>
              <a:rPr lang="en-US" altLang="en-US" sz="1800" i="0" dirty="0"/>
              <a:t>EDGE – AI DRIVEN ELECTRONIC INDIAN ASTROLOGICAL CALENDAR</a:t>
            </a:r>
            <a:endParaRPr lang="en-US" altLang="en-US" sz="1800" i="0" dirty="0">
              <a:solidFill>
                <a:srgbClr val="336600"/>
              </a:solidFill>
            </a:endParaRPr>
          </a:p>
          <a:p>
            <a:pPr marL="0" lvl="0" indent="0" algn="ctr" defTabSz="914400" eaLnBrk="1" hangingPunct="1">
              <a:buClr>
                <a:schemeClr val="bg1"/>
              </a:buClr>
              <a:buSzPct val="100000"/>
              <a:buNone/>
            </a:pPr>
            <a:r>
              <a:rPr lang="en-US" altLang="en-US" sz="1400" i="0" dirty="0">
                <a:solidFill>
                  <a:srgbClr val="336600"/>
                </a:solidFill>
                <a:cs typeface="Times New Roman" panose="02020603050405020304" pitchFamily="18" charset="0"/>
              </a:rPr>
              <a:t>Name of the Students: Dyanesh M, Raghav Kanva V R, </a:t>
            </a:r>
            <a:r>
              <a:rPr lang="en-US" altLang="en-US" sz="1400" i="0" dirty="0" err="1">
                <a:solidFill>
                  <a:srgbClr val="336600"/>
                </a:solidFill>
                <a:cs typeface="Times New Roman" panose="02020603050405020304" pitchFamily="18" charset="0"/>
              </a:rPr>
              <a:t>Soundrarajan</a:t>
            </a:r>
            <a:r>
              <a:rPr lang="en-US" altLang="en-US" sz="1400" i="0" dirty="0">
                <a:solidFill>
                  <a:srgbClr val="336600"/>
                </a:solidFill>
                <a:cs typeface="Times New Roman" panose="02020603050405020304" pitchFamily="18" charset="0"/>
              </a:rPr>
              <a:t> S A</a:t>
            </a:r>
            <a:r>
              <a:rPr lang="en-US" altLang="en-US" sz="1400" i="0" dirty="0">
                <a:solidFill>
                  <a:srgbClr val="920092"/>
                </a:solidFill>
                <a:cs typeface="Times New Roman" panose="02020603050405020304" pitchFamily="18" charset="0"/>
              </a:rPr>
              <a:t> </a:t>
            </a:r>
            <a:r>
              <a:rPr lang="en-US" altLang="en-US" sz="1400" i="0" dirty="0">
                <a:solidFill>
                  <a:srgbClr val="165270"/>
                </a:solidFill>
                <a:cs typeface="Times New Roman" panose="02020603050405020304" pitchFamily="18" charset="0"/>
              </a:rPr>
              <a:t>(2022- 2026) </a:t>
            </a:r>
          </a:p>
          <a:p>
            <a:pPr marL="0" lvl="0" indent="0" algn="ctr" defTabSz="914400" eaLnBrk="1" hangingPunct="1">
              <a:buClr>
                <a:schemeClr val="bg1"/>
              </a:buClr>
              <a:buSzPct val="100000"/>
              <a:buNone/>
            </a:pPr>
            <a:r>
              <a:rPr lang="en-US" altLang="en-US" sz="1300" i="0" dirty="0">
                <a:solidFill>
                  <a:srgbClr val="008000"/>
                </a:solidFill>
                <a:cs typeface="Times New Roman" panose="02020603050405020304" pitchFamily="18" charset="0"/>
              </a:rPr>
              <a:t>DEPARTMENT OF ELECTRONICS &amp; COMMUNICATION ENGINEERING</a:t>
            </a:r>
          </a:p>
          <a:p>
            <a:pPr marL="0" lvl="0" indent="0" algn="ctr" defTabSz="914400" eaLnBrk="1" hangingPunct="1">
              <a:buClr>
                <a:schemeClr val="bg1"/>
              </a:buClr>
              <a:buSzPct val="100000"/>
              <a:buNone/>
            </a:pPr>
            <a:r>
              <a:rPr lang="en-US" altLang="en-US" sz="1600" i="0" dirty="0">
                <a:solidFill>
                  <a:srgbClr val="008000"/>
                </a:solidFill>
                <a:cs typeface="Times New Roman" panose="02020603050405020304" pitchFamily="18" charset="0"/>
              </a:rPr>
              <a:t>SONA COLLEGE OF TECHNOLOGY  [AUTONOMOUS] , SALEM – 636 005</a:t>
            </a:r>
            <a:endParaRPr lang="en-US" altLang="en-US" sz="1600" i="0" dirty="0">
              <a:solidFill>
                <a:srgbClr val="008000"/>
              </a:solidFill>
              <a:ea typeface="Times New Roman" panose="02020603050405020304" pitchFamily="18" charset="0"/>
            </a:endParaRPr>
          </a:p>
        </p:txBody>
      </p:sp>
      <p:sp>
        <p:nvSpPr>
          <p:cNvPr id="5131" name="Rectangle 757"/>
          <p:cNvSpPr/>
          <p:nvPr/>
        </p:nvSpPr>
        <p:spPr>
          <a:xfrm>
            <a:off x="4987925" y="3943350"/>
            <a:ext cx="92075" cy="122238"/>
          </a:xfrm>
          <a:prstGeom prst="rect">
            <a:avLst/>
          </a:prstGeom>
          <a:noFill/>
          <a:ln w="9525">
            <a:noFill/>
          </a:ln>
        </p:spPr>
        <p:txBody>
          <a:bodyPr wrap="none" lIns="0" tIns="0" rIns="0" bIns="0">
            <a:spAutoFit/>
          </a:bodyPr>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eaLnBrk="1" hangingPunct="1">
              <a:buClr>
                <a:schemeClr val="bg1"/>
              </a:buClr>
              <a:buSzPct val="100000"/>
              <a:buFont typeface="Wingdings" panose="05000000000000000000" pitchFamily="2" charset="2"/>
              <a:buChar char="•"/>
            </a:pPr>
            <a:endParaRPr lang="en-US" altLang="en-US" sz="800" b="0" i="0" dirty="0">
              <a:latin typeface="Tahoma" panose="020B0604030504040204" pitchFamily="34" charset="0"/>
            </a:endParaRPr>
          </a:p>
        </p:txBody>
      </p:sp>
      <p:sp>
        <p:nvSpPr>
          <p:cNvPr id="5132" name="Line 2427"/>
          <p:cNvSpPr/>
          <p:nvPr/>
        </p:nvSpPr>
        <p:spPr>
          <a:xfrm>
            <a:off x="3254375" y="1425575"/>
            <a:ext cx="0" cy="7800975"/>
          </a:xfrm>
          <a:prstGeom prst="line">
            <a:avLst/>
          </a:prstGeom>
          <a:ln w="53975" cap="flat" cmpd="sng">
            <a:solidFill>
              <a:schemeClr val="tx1"/>
            </a:solidFill>
            <a:prstDash val="solid"/>
            <a:headEnd type="none" w="med" len="med"/>
            <a:tailEnd type="none" w="med" len="med"/>
          </a:ln>
        </p:spPr>
      </p:sp>
      <p:sp>
        <p:nvSpPr>
          <p:cNvPr id="5133" name="Line 2434"/>
          <p:cNvSpPr/>
          <p:nvPr/>
        </p:nvSpPr>
        <p:spPr>
          <a:xfrm>
            <a:off x="400050" y="3951288"/>
            <a:ext cx="11998325" cy="0"/>
          </a:xfrm>
          <a:prstGeom prst="line">
            <a:avLst/>
          </a:prstGeom>
          <a:ln w="53975" cap="flat" cmpd="sng">
            <a:solidFill>
              <a:schemeClr val="tx1"/>
            </a:solidFill>
            <a:prstDash val="solid"/>
            <a:headEnd type="none" w="med" len="med"/>
            <a:tailEnd type="none" w="med" len="med"/>
          </a:ln>
        </p:spPr>
      </p:sp>
      <p:sp>
        <p:nvSpPr>
          <p:cNvPr id="5134" name="Text Box 2581"/>
          <p:cNvSpPr txBox="1"/>
          <p:nvPr/>
        </p:nvSpPr>
        <p:spPr>
          <a:xfrm>
            <a:off x="427038" y="4065588"/>
            <a:ext cx="2798762" cy="5110162"/>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116205" lvl="0" indent="-116205" algn="ctr" defTabSz="914400" eaLnBrk="1" hangingPunct="1">
              <a:buNone/>
            </a:pPr>
            <a:r>
              <a:rPr lang="en-US" altLang="en-US" sz="1400" i="0" dirty="0">
                <a:solidFill>
                  <a:srgbClr val="336600"/>
                </a:solidFill>
                <a:latin typeface="Arial Black" panose="020B0A04020102020204" pitchFamily="34" charset="0"/>
              </a:rPr>
              <a:t>EXPERIMENTAL SETUP</a:t>
            </a:r>
          </a:p>
          <a:p>
            <a:pPr marL="116205" lvl="0" indent="-116205" defTabSz="914400" eaLnBrk="1" hangingPunct="1">
              <a:buNone/>
            </a:pPr>
            <a:endParaRPr lang="en-US" altLang="en-US" sz="1400" b="0" dirty="0">
              <a:latin typeface="Arial Black" panose="020B0A04020102020204" pitchFamily="34" charset="0"/>
            </a:endParaRPr>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a:p>
            <a:pPr marL="116205" lvl="0" indent="-116205" defTabSz="914400" eaLnBrk="1" hangingPunct="1">
              <a:buFont typeface="Wingdings" panose="05000000000000000000" pitchFamily="2" charset="2"/>
              <a:buChar char="§"/>
            </a:pPr>
            <a:endParaRPr lang="en-US" altLang="en-US" sz="800" dirty="0"/>
          </a:p>
        </p:txBody>
      </p:sp>
      <p:sp>
        <p:nvSpPr>
          <p:cNvPr id="5135" name="Rectangle 2583"/>
          <p:cNvSpPr/>
          <p:nvPr/>
        </p:nvSpPr>
        <p:spPr>
          <a:xfrm>
            <a:off x="4881563" y="1725613"/>
            <a:ext cx="2719387" cy="2174875"/>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116205" lvl="0" indent="-116205" defTabSz="914400" eaLnBrk="1" hangingPunct="1">
              <a:lnSpc>
                <a:spcPct val="90000"/>
              </a:lnSpc>
              <a:buNone/>
            </a:pPr>
            <a:endParaRPr lang="en-US" altLang="en-US" sz="1100" dirty="0"/>
          </a:p>
        </p:txBody>
      </p:sp>
      <p:sp>
        <p:nvSpPr>
          <p:cNvPr id="3093" name="Rectangle 3327"/>
          <p:cNvSpPr>
            <a:spLocks noChangeArrowheads="1"/>
          </p:cNvSpPr>
          <p:nvPr/>
        </p:nvSpPr>
        <p:spPr bwMode="auto">
          <a:xfrm>
            <a:off x="3316288" y="1841500"/>
            <a:ext cx="4252913" cy="2024063"/>
          </a:xfrm>
          <a:prstGeom prst="rect">
            <a:avLst/>
          </a:prstGeom>
          <a:noFill/>
          <a:ln w="9525">
            <a:noFill/>
            <a:miter lim="800000"/>
          </a:ln>
        </p:spPr>
        <p:txBody>
          <a:bodyPr lIns="31108" tIns="15554" rIns="31108" bIns="15554"/>
          <a:lstStyle/>
          <a:p>
            <a:pPr marL="171450" lvl="0" indent="-171450" algn="just" eaLnBrk="1" hangingPunct="1">
              <a:spcBef>
                <a:spcPct val="20000"/>
              </a:spcBef>
              <a:buClr>
                <a:schemeClr val="tx1"/>
              </a:buClr>
              <a:buSzPct val="110000"/>
              <a:buFont typeface="Arial" panose="020B0604020202020204" pitchFamily="34" charset="0"/>
              <a:buChar char="•"/>
              <a:defRPr/>
            </a:pPr>
            <a:r>
              <a:rPr lang="en-US" sz="1200" b="1" dirty="0">
                <a:latin typeface="+mn-lt"/>
              </a:rPr>
              <a:t>To design and develop a GPS-synchronized electronic astrological calendar using Arduino that accurately computes and displays real-time parameters such as time, date, sunrise, sunset, Rahu Kalam, </a:t>
            </a:r>
            <a:r>
              <a:rPr lang="en-US" sz="1200" b="1" dirty="0" err="1">
                <a:latin typeface="+mn-lt"/>
              </a:rPr>
              <a:t>Yamagandam</a:t>
            </a:r>
            <a:r>
              <a:rPr lang="en-US" sz="1200" b="1" dirty="0">
                <a:latin typeface="+mn-lt"/>
              </a:rPr>
              <a:t>, and </a:t>
            </a:r>
            <a:r>
              <a:rPr lang="en-US" sz="1200" b="1" dirty="0" err="1">
                <a:latin typeface="+mn-lt"/>
              </a:rPr>
              <a:t>Gulikai</a:t>
            </a:r>
            <a:r>
              <a:rPr lang="en-US" sz="1200" b="1" dirty="0">
                <a:latin typeface="+mn-lt"/>
              </a:rPr>
              <a:t> based on geographic location. </a:t>
            </a:r>
          </a:p>
          <a:p>
            <a:pPr marL="171450" lvl="0" indent="-171450" algn="just" eaLnBrk="1" hangingPunct="1">
              <a:spcBef>
                <a:spcPct val="20000"/>
              </a:spcBef>
              <a:buClr>
                <a:schemeClr val="tx1"/>
              </a:buClr>
              <a:buSzPct val="110000"/>
              <a:buFont typeface="Arial" panose="020B0604020202020204" pitchFamily="34" charset="0"/>
              <a:buChar char="•"/>
              <a:defRPr/>
            </a:pPr>
            <a:r>
              <a:rPr lang="en-US" sz="1200" b="1" dirty="0">
                <a:latin typeface="+mn-lt"/>
              </a:rPr>
              <a:t>The system aims to provide a reliable, automated, and user-friendly solution that eliminates manual calculation errors and enhances the accessibility of </a:t>
            </a:r>
            <a:r>
              <a:rPr lang="en-US" sz="1200" b="1" dirty="0" err="1">
                <a:latin typeface="+mn-lt"/>
              </a:rPr>
              <a:t>Panchang</a:t>
            </a:r>
            <a:r>
              <a:rPr lang="en-US" sz="1200" b="1" dirty="0">
                <a:latin typeface="+mn-lt"/>
              </a:rPr>
              <a:t> information for everyday use.</a:t>
            </a:r>
            <a:endParaRPr kumimoji="0" lang="en-US" sz="1200" b="1" i="0" u="none" strike="noStrike" kern="1200" cap="none" spc="0" normalizeH="0" baseline="0" noProof="0" dirty="0">
              <a:ln>
                <a:noFill/>
              </a:ln>
              <a:solidFill>
                <a:schemeClr val="bg2">
                  <a:lumMod val="50000"/>
                </a:schemeClr>
              </a:solidFill>
              <a:effectLst/>
              <a:uLnTx/>
              <a:uFillTx/>
              <a:latin typeface="+mn-lt"/>
              <a:ea typeface="+mn-ea"/>
              <a:cs typeface="+mn-cs"/>
            </a:endParaRPr>
          </a:p>
        </p:txBody>
      </p:sp>
      <p:sp>
        <p:nvSpPr>
          <p:cNvPr id="3094" name="Rectangle 3329"/>
          <p:cNvSpPr>
            <a:spLocks noChangeArrowheads="1"/>
          </p:cNvSpPr>
          <p:nvPr/>
        </p:nvSpPr>
        <p:spPr bwMode="auto">
          <a:xfrm>
            <a:off x="8093075" y="4432300"/>
            <a:ext cx="4089400" cy="1874838"/>
          </a:xfrm>
          <a:prstGeom prst="rect">
            <a:avLst/>
          </a:prstGeom>
          <a:noFill/>
          <a:ln w="9525">
            <a:noFill/>
            <a:miter lim="800000"/>
          </a:ln>
        </p:spPr>
        <p:txBody>
          <a:bodyPr lIns="31108" tIns="15554" rIns="31108" bIns="15554"/>
          <a:lstStyle/>
          <a:p>
            <a:pPr marL="116840" lvl="0" indent="-116840" algn="just" eaLnBrk="1" hangingPunct="1">
              <a:spcBef>
                <a:spcPct val="20000"/>
              </a:spcBef>
              <a:buClr>
                <a:schemeClr val="tx1"/>
              </a:buClr>
              <a:buSzPct val="110000"/>
              <a:buFont typeface="Wingdings" panose="05000000000000000000" pitchFamily="2" charset="2"/>
              <a:buChar char="§"/>
              <a:defRPr/>
            </a:pPr>
            <a:r>
              <a:rPr lang="en-US" sz="1200" b="1" dirty="0">
                <a:latin typeface="+mn-lt"/>
              </a:rPr>
              <a:t>The system acquires real-time location and time data from the GPS module and synchronizes it with the RTC for continuous timekeeping. Using the obtained latitude, longitude, and date, the Arduino performs astronomical calculations to determine sunrise and sunset timings. All calculated values are processed and displayed on the TFT LCD screen, with periodic updates to ensure accurate and real-time information.</a:t>
            </a:r>
            <a:endParaRPr kumimoji="0" lang="en-US" sz="1200" b="1" i="0" u="none" strike="noStrike" kern="1200" cap="none" spc="0" normalizeH="0" baseline="0" noProof="0" dirty="0">
              <a:ln>
                <a:noFill/>
              </a:ln>
              <a:solidFill>
                <a:schemeClr val="bg2">
                  <a:lumMod val="50000"/>
                </a:schemeClr>
              </a:solidFill>
              <a:effectLst/>
              <a:uLnTx/>
              <a:uFillTx/>
              <a:latin typeface="+mn-lt"/>
              <a:ea typeface="+mn-ea"/>
              <a:cs typeface="+mn-cs"/>
            </a:endParaRPr>
          </a:p>
        </p:txBody>
      </p:sp>
      <p:sp>
        <p:nvSpPr>
          <p:cNvPr id="5138" name="Text Box 3334"/>
          <p:cNvSpPr txBox="1"/>
          <p:nvPr/>
        </p:nvSpPr>
        <p:spPr>
          <a:xfrm>
            <a:off x="8139113" y="6605588"/>
            <a:ext cx="2239962" cy="320675"/>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a:spcBef>
                <a:spcPct val="0"/>
              </a:spcBef>
              <a:buClrTx/>
              <a:buSzPct val="150000"/>
              <a:buNone/>
            </a:pPr>
            <a:endParaRPr lang="en-US" altLang="en-US" sz="1400" b="0" dirty="0">
              <a:latin typeface="Arial Black" panose="020B0A04020102020204" pitchFamily="34" charset="0"/>
            </a:endParaRPr>
          </a:p>
        </p:txBody>
      </p:sp>
      <p:sp>
        <p:nvSpPr>
          <p:cNvPr id="5139" name="Text Box 3338"/>
          <p:cNvSpPr txBox="1"/>
          <p:nvPr/>
        </p:nvSpPr>
        <p:spPr>
          <a:xfrm>
            <a:off x="7969250" y="6605588"/>
            <a:ext cx="2239963" cy="320675"/>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a:spcBef>
                <a:spcPct val="0"/>
              </a:spcBef>
              <a:buClrTx/>
              <a:buSzPct val="150000"/>
              <a:buNone/>
            </a:pPr>
            <a:endParaRPr lang="en-US" altLang="en-US" sz="1400" b="0" dirty="0">
              <a:latin typeface="Arial Black" panose="020B0A04020102020204" pitchFamily="34" charset="0"/>
              <a:ea typeface="Arial" panose="020B0604020202020204" pitchFamily="34" charset="0"/>
            </a:endParaRPr>
          </a:p>
        </p:txBody>
      </p:sp>
      <p:sp>
        <p:nvSpPr>
          <p:cNvPr id="3098" name="Text Box 3340"/>
          <p:cNvSpPr txBox="1">
            <a:spLocks noChangeArrowheads="1"/>
          </p:cNvSpPr>
          <p:nvPr/>
        </p:nvSpPr>
        <p:spPr bwMode="auto">
          <a:xfrm>
            <a:off x="10013951" y="6440488"/>
            <a:ext cx="2360612" cy="277813"/>
          </a:xfrm>
          <a:prstGeom prst="rect">
            <a:avLst/>
          </a:prstGeom>
          <a:noFill/>
          <a:ln w="9525" algn="ctr">
            <a:noFill/>
            <a:miter lim="800000"/>
          </a:ln>
        </p:spPr>
        <p:txBody>
          <a:bodyPr lIns="31108" tIns="15554" rIns="31108" bIns="15554"/>
          <a:lstStyle/>
          <a:p>
            <a:pPr marL="116840" marR="0" indent="-116840" defTabSz="914400" eaLnBrk="1" hangingPunct="1">
              <a:spcBef>
                <a:spcPct val="20000"/>
              </a:spcBef>
              <a:buClr>
                <a:schemeClr val="tx1"/>
              </a:buClr>
              <a:buSzPct val="110000"/>
              <a:buFont typeface="Wingdings" panose="05000000000000000000" pitchFamily="2" charset="2"/>
              <a:buNone/>
              <a:defRPr/>
            </a:pPr>
            <a:r>
              <a:rPr kumimoji="0" lang="en-US" sz="1400" b="1" kern="1200" cap="none" spc="0" normalizeH="0" baseline="0" noProof="0" dirty="0">
                <a:solidFill>
                  <a:srgbClr val="336600"/>
                </a:solidFill>
                <a:latin typeface="Arial Black" panose="020B0A04020102020204" pitchFamily="34" charset="0"/>
                <a:ea typeface="+mn-ea"/>
                <a:cs typeface="+mn-cs"/>
              </a:rPr>
              <a:t>CONCLUSION</a:t>
            </a:r>
          </a:p>
        </p:txBody>
      </p:sp>
      <p:sp>
        <p:nvSpPr>
          <p:cNvPr id="5141" name="Line 3341"/>
          <p:cNvSpPr/>
          <p:nvPr/>
        </p:nvSpPr>
        <p:spPr>
          <a:xfrm>
            <a:off x="9974263" y="6426200"/>
            <a:ext cx="12700" cy="2800350"/>
          </a:xfrm>
          <a:prstGeom prst="line">
            <a:avLst/>
          </a:prstGeom>
          <a:ln w="53975" cap="flat" cmpd="sng">
            <a:solidFill>
              <a:schemeClr val="tx1"/>
            </a:solidFill>
            <a:prstDash val="solid"/>
            <a:headEnd type="none" w="med" len="med"/>
            <a:tailEnd type="none" w="med" len="med"/>
          </a:ln>
        </p:spPr>
      </p:sp>
      <p:sp>
        <p:nvSpPr>
          <p:cNvPr id="5142" name="Line 3342"/>
          <p:cNvSpPr/>
          <p:nvPr/>
        </p:nvSpPr>
        <p:spPr>
          <a:xfrm rot="-5400000" flipH="1">
            <a:off x="11190288" y="5208588"/>
            <a:ext cx="0" cy="2433637"/>
          </a:xfrm>
          <a:prstGeom prst="line">
            <a:avLst/>
          </a:prstGeom>
          <a:ln w="53975" cap="flat" cmpd="sng">
            <a:solidFill>
              <a:schemeClr val="tx1"/>
            </a:solidFill>
            <a:prstDash val="solid"/>
            <a:headEnd type="none" w="med" len="med"/>
            <a:tailEnd type="none" w="med" len="med"/>
          </a:ln>
        </p:spPr>
      </p:sp>
      <p:cxnSp>
        <p:nvCxnSpPr>
          <p:cNvPr id="5144" name="Straight Connector 72"/>
          <p:cNvCxnSpPr/>
          <p:nvPr/>
        </p:nvCxnSpPr>
        <p:spPr>
          <a:xfrm rot="-5400000" flipH="1">
            <a:off x="5338763" y="2673350"/>
            <a:ext cx="2549525" cy="52388"/>
          </a:xfrm>
          <a:prstGeom prst="line">
            <a:avLst/>
          </a:prstGeom>
          <a:ln w="9525">
            <a:noFill/>
          </a:ln>
        </p:spPr>
      </p:cxnSp>
      <p:sp>
        <p:nvSpPr>
          <p:cNvPr id="5145" name="Line 3341"/>
          <p:cNvSpPr/>
          <p:nvPr/>
        </p:nvSpPr>
        <p:spPr>
          <a:xfrm>
            <a:off x="7820025" y="1423988"/>
            <a:ext cx="15875" cy="2525712"/>
          </a:xfrm>
          <a:prstGeom prst="line">
            <a:avLst/>
          </a:prstGeom>
          <a:ln w="53975" cap="flat" cmpd="sng">
            <a:solidFill>
              <a:schemeClr val="tx1"/>
            </a:solidFill>
            <a:prstDash val="solid"/>
            <a:headEnd type="none" w="med" len="med"/>
            <a:tailEnd type="none" w="med" len="med"/>
          </a:ln>
        </p:spPr>
      </p:sp>
      <p:sp>
        <p:nvSpPr>
          <p:cNvPr id="5146" name="TextBox 78"/>
          <p:cNvSpPr txBox="1"/>
          <p:nvPr/>
        </p:nvSpPr>
        <p:spPr>
          <a:xfrm>
            <a:off x="8923338" y="4013200"/>
            <a:ext cx="2236787" cy="246063"/>
          </a:xfrm>
          <a:prstGeom prst="rect">
            <a:avLst/>
          </a:prstGeom>
          <a:noFill/>
          <a:ln w="9525">
            <a:noFill/>
          </a:ln>
        </p:spPr>
        <p:txBody>
          <a:bodyPr lIns="31108" tIns="15554" rIns="31108" bIns="15554">
            <a:spAutoFit/>
          </a:bodyPr>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eaLnBrk="1" hangingPunct="1">
              <a:buClr>
                <a:schemeClr val="bg1"/>
              </a:buClr>
              <a:buSzPct val="100000"/>
              <a:buNone/>
            </a:pPr>
            <a:r>
              <a:rPr lang="en-US" altLang="en-US" sz="1400" b="0" i="0" dirty="0">
                <a:solidFill>
                  <a:srgbClr val="336600"/>
                </a:solidFill>
                <a:latin typeface="Arial Black" panose="020B0A04020102020204" pitchFamily="34" charset="0"/>
              </a:rPr>
              <a:t>WORKING PRINCIPLE</a:t>
            </a:r>
            <a:r>
              <a:rPr lang="en-US" altLang="en-US" sz="800" b="0" i="0" dirty="0">
                <a:solidFill>
                  <a:srgbClr val="336600"/>
                </a:solidFill>
                <a:latin typeface="Arial Black" panose="020B0A04020102020204" pitchFamily="34" charset="0"/>
              </a:rPr>
              <a:t> </a:t>
            </a:r>
          </a:p>
        </p:txBody>
      </p:sp>
      <p:sp>
        <p:nvSpPr>
          <p:cNvPr id="5147" name="Line 2434"/>
          <p:cNvSpPr/>
          <p:nvPr/>
        </p:nvSpPr>
        <p:spPr>
          <a:xfrm flipV="1">
            <a:off x="3254375" y="8816975"/>
            <a:ext cx="6732588" cy="14288"/>
          </a:xfrm>
          <a:prstGeom prst="line">
            <a:avLst/>
          </a:prstGeom>
          <a:ln w="50800" cap="flat" cmpd="sng">
            <a:solidFill>
              <a:schemeClr val="tx1"/>
            </a:solidFill>
            <a:prstDash val="solid"/>
            <a:headEnd type="none" w="med" len="med"/>
            <a:tailEnd type="none" w="med" len="med"/>
          </a:ln>
        </p:spPr>
      </p:sp>
      <p:sp>
        <p:nvSpPr>
          <p:cNvPr id="5148" name="TextBox 80"/>
          <p:cNvSpPr txBox="1"/>
          <p:nvPr/>
        </p:nvSpPr>
        <p:spPr>
          <a:xfrm>
            <a:off x="3643313" y="8896350"/>
            <a:ext cx="6011862" cy="245745"/>
          </a:xfrm>
          <a:prstGeom prst="rect">
            <a:avLst/>
          </a:prstGeom>
          <a:noFill/>
          <a:ln w="9525">
            <a:noFill/>
          </a:ln>
        </p:spPr>
        <p:txBody>
          <a:bodyPr lIns="31108" tIns="15554" rIns="31108" bIns="15554">
            <a:spAutoFit/>
          </a:bodyPr>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0" lvl="0" indent="0" defTabSz="914400" eaLnBrk="1" hangingPunct="1">
              <a:buClr>
                <a:schemeClr val="bg1"/>
              </a:buClr>
              <a:buSzPct val="100000"/>
              <a:buNone/>
            </a:pPr>
            <a:r>
              <a:rPr lang="en-US" altLang="en-US" sz="1400" i="0" dirty="0">
                <a:solidFill>
                  <a:srgbClr val="336600"/>
                </a:solidFill>
                <a:latin typeface="Arial Black" panose="020B0A04020102020204" pitchFamily="34" charset="0"/>
              </a:rPr>
              <a:t>SUPERVISOR : </a:t>
            </a:r>
            <a:r>
              <a:rPr lang="en-US" altLang="en-US" sz="1400" i="0" dirty="0" err="1">
                <a:solidFill>
                  <a:srgbClr val="336600"/>
                </a:solidFill>
                <a:latin typeface="Arial Black" panose="020B0A04020102020204" pitchFamily="34" charset="0"/>
              </a:rPr>
              <a:t>Dr.R.S.Sabeenian</a:t>
            </a:r>
            <a:r>
              <a:rPr lang="en-US" altLang="en-US" sz="1400" i="0" dirty="0">
                <a:solidFill>
                  <a:srgbClr val="336600"/>
                </a:solidFill>
                <a:latin typeface="Arial Black" panose="020B0A04020102020204" pitchFamily="34" charset="0"/>
              </a:rPr>
              <a:t> M.E., Ph.D.,</a:t>
            </a:r>
            <a:endParaRPr lang="en-IN" altLang="en-US" sz="1400" i="0" dirty="0">
              <a:solidFill>
                <a:srgbClr val="336600"/>
              </a:solidFill>
              <a:latin typeface="Arial Black" panose="020B0A04020102020204" pitchFamily="34" charset="0"/>
            </a:endParaRPr>
          </a:p>
        </p:txBody>
      </p:sp>
      <p:pic>
        <p:nvPicPr>
          <p:cNvPr id="5149" name="Picture 61"/>
          <p:cNvPicPr>
            <a:picLocks noChangeAspect="1"/>
          </p:cNvPicPr>
          <p:nvPr/>
        </p:nvPicPr>
        <p:blipFill>
          <a:blip r:embed="rId3"/>
          <a:stretch>
            <a:fillRect/>
          </a:stretch>
        </p:blipFill>
        <p:spPr>
          <a:xfrm>
            <a:off x="11307763" y="515938"/>
            <a:ext cx="955675" cy="839787"/>
          </a:xfrm>
          <a:prstGeom prst="rect">
            <a:avLst/>
          </a:prstGeom>
          <a:noFill/>
          <a:ln w="9525">
            <a:noFill/>
          </a:ln>
        </p:spPr>
      </p:pic>
      <p:sp>
        <p:nvSpPr>
          <p:cNvPr id="5150" name="Line 2434"/>
          <p:cNvSpPr/>
          <p:nvPr/>
        </p:nvSpPr>
        <p:spPr>
          <a:xfrm flipV="1">
            <a:off x="3254375" y="6426200"/>
            <a:ext cx="6732588" cy="14288"/>
          </a:xfrm>
          <a:prstGeom prst="line">
            <a:avLst/>
          </a:prstGeom>
          <a:ln w="53975" cap="flat" cmpd="sng">
            <a:solidFill>
              <a:schemeClr val="tx1"/>
            </a:solidFill>
            <a:prstDash val="solid"/>
            <a:headEnd type="none" w="med" len="med"/>
            <a:tailEnd type="none" w="med" len="med"/>
          </a:ln>
        </p:spPr>
      </p:sp>
      <p:sp>
        <p:nvSpPr>
          <p:cNvPr id="68" name="Rectangle 2611"/>
          <p:cNvSpPr>
            <a:spLocks noChangeArrowheads="1"/>
          </p:cNvSpPr>
          <p:nvPr/>
        </p:nvSpPr>
        <p:spPr bwMode="auto">
          <a:xfrm>
            <a:off x="3375025" y="8153400"/>
            <a:ext cx="6570663" cy="682625"/>
          </a:xfrm>
          <a:prstGeom prst="rect">
            <a:avLst/>
          </a:prstGeom>
          <a:noFill/>
          <a:ln w="9525" algn="ctr">
            <a:noFill/>
            <a:miter lim="800000"/>
          </a:ln>
        </p:spPr>
        <p:txBody>
          <a:bodyPr lIns="31108" tIns="15554" rIns="31108" bIns="15554"/>
          <a:lstStyle/>
          <a:p>
            <a:pPr algn="just"/>
            <a:r>
              <a:rPr lang="en-US" sz="700" b="1" dirty="0">
                <a:latin typeface="+mn-lt"/>
              </a:rPr>
              <a:t>The proposed system delivers accurate real-time calculation of </a:t>
            </a:r>
            <a:r>
              <a:rPr lang="en-US" sz="700" b="1" dirty="0" err="1">
                <a:latin typeface="+mn-lt"/>
              </a:rPr>
              <a:t>Panchang</a:t>
            </a:r>
            <a:r>
              <a:rPr lang="en-US" sz="700" b="1" dirty="0">
                <a:latin typeface="+mn-lt"/>
              </a:rPr>
              <a:t> parameters such as sunrise, sunset, Rahu Kalam, </a:t>
            </a:r>
            <a:r>
              <a:rPr lang="en-US" sz="700" b="1" dirty="0" err="1">
                <a:latin typeface="+mn-lt"/>
              </a:rPr>
              <a:t>Yamagandam</a:t>
            </a:r>
            <a:r>
              <a:rPr lang="en-US" sz="700" b="1" dirty="0">
                <a:latin typeface="+mn-lt"/>
              </a:rPr>
              <a:t>, and </a:t>
            </a:r>
            <a:r>
              <a:rPr lang="en-US" sz="700" b="1" dirty="0" err="1">
                <a:latin typeface="+mn-lt"/>
              </a:rPr>
              <a:t>Gulikai</a:t>
            </a:r>
            <a:r>
              <a:rPr lang="en-US" sz="700" b="1" dirty="0">
                <a:latin typeface="+mn-lt"/>
              </a:rPr>
              <a:t> based on GPS-derived location and time.</a:t>
            </a:r>
          </a:p>
          <a:p>
            <a:pPr algn="just"/>
            <a:r>
              <a:rPr lang="en-US" sz="700" b="1" dirty="0">
                <a:latin typeface="+mn-lt"/>
              </a:rPr>
              <a:t>The implementation demonstrates reliable performance with continuous updates and reduced dependency on manual calculations, ensuring faster and error-free results.</a:t>
            </a:r>
          </a:p>
          <a:p>
            <a:pPr algn="just"/>
            <a:r>
              <a:rPr lang="en-US" sz="700" b="1" dirty="0">
                <a:latin typeface="+mn-lt"/>
              </a:rPr>
              <a:t>The system’s stability and consistent output validate its effectiveness as a practical and user-friendly digital astrological calendar solution.</a:t>
            </a:r>
          </a:p>
        </p:txBody>
      </p:sp>
      <p:sp>
        <p:nvSpPr>
          <p:cNvPr id="5152" name="Line 3341"/>
          <p:cNvSpPr/>
          <p:nvPr/>
        </p:nvSpPr>
        <p:spPr>
          <a:xfrm>
            <a:off x="7832725" y="3913188"/>
            <a:ext cx="15875" cy="2525712"/>
          </a:xfrm>
          <a:prstGeom prst="line">
            <a:avLst/>
          </a:prstGeom>
          <a:ln w="50800" cap="flat" cmpd="sng">
            <a:solidFill>
              <a:schemeClr val="tx1"/>
            </a:solidFill>
            <a:prstDash val="solid"/>
            <a:headEnd type="none" w="med" len="med"/>
            <a:tailEnd type="none" w="med" len="med"/>
          </a:ln>
        </p:spPr>
      </p:sp>
      <p:sp>
        <p:nvSpPr>
          <p:cNvPr id="5153" name="Text Box 12"/>
          <p:cNvSpPr txBox="1"/>
          <p:nvPr/>
        </p:nvSpPr>
        <p:spPr>
          <a:xfrm>
            <a:off x="498475" y="1490663"/>
            <a:ext cx="2719388" cy="350837"/>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116205" lvl="0" indent="-116205" defTabSz="914400" eaLnBrk="1" hangingPunct="1">
              <a:buNone/>
            </a:pPr>
            <a:r>
              <a:rPr lang="en-US" altLang="en-US" sz="1400" b="0" i="0" dirty="0">
                <a:solidFill>
                  <a:srgbClr val="1329FF"/>
                </a:solidFill>
                <a:latin typeface="Arial Black" panose="020B0A04020102020204" pitchFamily="34" charset="0"/>
              </a:rPr>
              <a:t>          </a:t>
            </a:r>
            <a:r>
              <a:rPr lang="en-US" altLang="en-US" sz="1400" i="0" dirty="0">
                <a:solidFill>
                  <a:srgbClr val="336600"/>
                </a:solidFill>
                <a:latin typeface="Arial Black" panose="020B0A04020102020204" pitchFamily="34" charset="0"/>
              </a:rPr>
              <a:t>MOTIVATION</a:t>
            </a:r>
          </a:p>
        </p:txBody>
      </p:sp>
      <p:sp>
        <p:nvSpPr>
          <p:cNvPr id="72" name="Rectangle 3327"/>
          <p:cNvSpPr>
            <a:spLocks noChangeArrowheads="1"/>
          </p:cNvSpPr>
          <p:nvPr/>
        </p:nvSpPr>
        <p:spPr bwMode="auto">
          <a:xfrm>
            <a:off x="498475" y="1654175"/>
            <a:ext cx="2719388" cy="2235200"/>
          </a:xfrm>
          <a:prstGeom prst="rect">
            <a:avLst/>
          </a:prstGeom>
          <a:noFill/>
          <a:ln w="9525">
            <a:noFill/>
            <a:miter lim="800000"/>
          </a:ln>
        </p:spPr>
        <p:txBody>
          <a:bodyPr lIns="31108" tIns="15554" rIns="31108" bIns="15554"/>
          <a:lstStyle/>
          <a:p>
            <a:pPr marL="116840" marR="0" lvl="0" indent="-116840" algn="just" defTabSz="914400" rtl="0" eaLnBrk="1" fontAlgn="base" latinLnBrk="0" hangingPunct="1">
              <a:lnSpc>
                <a:spcPct val="100000"/>
              </a:lnSpc>
              <a:spcBef>
                <a:spcPct val="20000"/>
              </a:spcBef>
              <a:spcAft>
                <a:spcPct val="0"/>
              </a:spcAft>
              <a:buClr>
                <a:schemeClr val="tx1"/>
              </a:buClr>
              <a:buSzPct val="110000"/>
              <a:buFont typeface="Wingdings" panose="05000000000000000000" pitchFamily="2" charset="2"/>
              <a:buChar char="§"/>
              <a:defRPr/>
            </a:pPr>
            <a:endParaRPr kumimoji="0" lang="en-US" sz="1200" b="1" i="0" u="none" strike="noStrike" kern="1200" cap="none" spc="0" normalizeH="0" baseline="0" noProof="0" dirty="0">
              <a:ln>
                <a:noFill/>
              </a:ln>
              <a:solidFill>
                <a:schemeClr val="bg2">
                  <a:lumMod val="50000"/>
                </a:schemeClr>
              </a:solidFill>
              <a:effectLst/>
              <a:uLnTx/>
              <a:uFillTx/>
              <a:latin typeface="+mn-lt"/>
              <a:ea typeface="Tahoma" panose="020B0604030504040204" pitchFamily="34" charset="0"/>
              <a:cs typeface="Tahoma" panose="020B0604030504040204" pitchFamily="34" charset="0"/>
            </a:endParaRPr>
          </a:p>
        </p:txBody>
      </p:sp>
      <p:sp>
        <p:nvSpPr>
          <p:cNvPr id="5155" name="Text Box 12"/>
          <p:cNvSpPr txBox="1"/>
          <p:nvPr/>
        </p:nvSpPr>
        <p:spPr>
          <a:xfrm>
            <a:off x="8588375" y="1524000"/>
            <a:ext cx="2719388" cy="350838"/>
          </a:xfrm>
          <a:prstGeom prst="rect">
            <a:avLst/>
          </a:prstGeom>
          <a:noFill/>
          <a:ln w="9525">
            <a:noFill/>
          </a:ln>
        </p:spPr>
        <p:txBody>
          <a:bodyPr lIns="31108" tIns="15554" rIns="31108" bIns="15554"/>
          <a:lstStyle>
            <a:lvl1pPr marL="479425" indent="-479425" algn="l" defTabSz="1279525" rtl="0" eaLnBrk="0" fontAlgn="base" hangingPunct="0">
              <a:spcBef>
                <a:spcPct val="20000"/>
              </a:spcBef>
              <a:spcAft>
                <a:spcPct val="0"/>
              </a:spcAft>
              <a:buClr>
                <a:schemeClr val="tx1"/>
              </a:buClr>
              <a:buSzPct val="110000"/>
              <a:buFont typeface="Wingdings" panose="05000000000000000000" pitchFamily="2" charset="2"/>
              <a:buChar char="§"/>
              <a:defRPr sz="2000" b="1" i="1">
                <a:solidFill>
                  <a:schemeClr val="tx1"/>
                </a:solidFill>
                <a:latin typeface="+mn-lt"/>
                <a:ea typeface="+mn-ea"/>
                <a:cs typeface="+mn-cs"/>
              </a:defRPr>
            </a:lvl1pPr>
            <a:lvl2pPr marL="1038225" indent="-398780" algn="l" defTabSz="1279525" rtl="0" eaLnBrk="0" fontAlgn="base" hangingPunct="0">
              <a:spcBef>
                <a:spcPct val="20000"/>
              </a:spcBef>
              <a:spcAft>
                <a:spcPct val="0"/>
              </a:spcAft>
              <a:buClr>
                <a:schemeClr val="tx1"/>
              </a:buClr>
              <a:buSzPct val="60000"/>
              <a:buFont typeface="Wingdings" panose="05000000000000000000" pitchFamily="2" charset="2"/>
              <a:buChar char="n"/>
              <a:defRPr sz="1400" b="1">
                <a:solidFill>
                  <a:schemeClr val="tx1"/>
                </a:solidFill>
                <a:latin typeface="+mn-lt"/>
              </a:defRPr>
            </a:lvl2pPr>
            <a:lvl3pPr marL="1598930" indent="-319405" algn="l" defTabSz="1279525" rtl="0" eaLnBrk="0" fontAlgn="base" hangingPunct="0">
              <a:spcBef>
                <a:spcPct val="20000"/>
              </a:spcBef>
              <a:spcAft>
                <a:spcPct val="0"/>
              </a:spcAft>
              <a:buClr>
                <a:schemeClr val="hlink"/>
              </a:buClr>
              <a:buSzPct val="95000"/>
              <a:buFont typeface="Wingdings" panose="05000000000000000000" pitchFamily="2" charset="2"/>
              <a:buChar char="w"/>
              <a:defRPr sz="800">
                <a:solidFill>
                  <a:schemeClr val="tx1"/>
                </a:solidFill>
                <a:latin typeface="+mn-lt"/>
              </a:defRPr>
            </a:lvl3pPr>
            <a:lvl4pPr marL="2238375" indent="-319405" algn="l" defTabSz="1279525" rtl="0" eaLnBrk="0" fontAlgn="base" hangingPunct="0">
              <a:spcBef>
                <a:spcPct val="20000"/>
              </a:spcBef>
              <a:spcAft>
                <a:spcPct val="0"/>
              </a:spcAft>
              <a:buClr>
                <a:schemeClr val="tx1"/>
              </a:buClr>
              <a:buSzPct val="65000"/>
              <a:buFont typeface="Wingdings" panose="05000000000000000000" pitchFamily="2" charset="2"/>
              <a:buChar char="n"/>
              <a:defRPr sz="700">
                <a:solidFill>
                  <a:schemeClr val="tx1"/>
                </a:solidFill>
                <a:latin typeface="+mn-lt"/>
              </a:defRPr>
            </a:lvl4pPr>
            <a:lvl5pPr marL="2878455" indent="-319405" algn="l" defTabSz="1279525" rtl="0" eaLnBrk="0" fontAlgn="base" hangingPunct="0">
              <a:spcBef>
                <a:spcPct val="20000"/>
              </a:spcBef>
              <a:spcAft>
                <a:spcPct val="0"/>
              </a:spcAft>
              <a:buClr>
                <a:schemeClr val="hlink"/>
              </a:buClr>
              <a:buSzPct val="60000"/>
              <a:buFont typeface="Wingdings" panose="05000000000000000000" pitchFamily="2" charset="2"/>
              <a:buChar char="n"/>
              <a:defRPr sz="2800">
                <a:solidFill>
                  <a:schemeClr val="tx1"/>
                </a:solidFill>
                <a:latin typeface="Tahoma" panose="020B0604030504040204" pitchFamily="34" charset="0"/>
              </a:defRPr>
            </a:lvl5pPr>
          </a:lstStyle>
          <a:p>
            <a:pPr marL="116205" lvl="0" indent="-116205" defTabSz="914400" eaLnBrk="1" hangingPunct="1">
              <a:buNone/>
            </a:pPr>
            <a:r>
              <a:rPr lang="en-US" altLang="en-US" sz="1400" b="0" i="0" dirty="0">
                <a:solidFill>
                  <a:srgbClr val="1329FF"/>
                </a:solidFill>
                <a:latin typeface="Arial Black" panose="020B0A04020102020204" pitchFamily="34" charset="0"/>
              </a:rPr>
              <a:t>          </a:t>
            </a:r>
            <a:r>
              <a:rPr lang="en-US" altLang="en-US" sz="1400" i="0" dirty="0">
                <a:solidFill>
                  <a:srgbClr val="336600"/>
                </a:solidFill>
                <a:latin typeface="Arial Black" panose="020B0A04020102020204" pitchFamily="34" charset="0"/>
              </a:rPr>
              <a:t>APPLICATIONS</a:t>
            </a:r>
          </a:p>
        </p:txBody>
      </p:sp>
      <p:sp>
        <p:nvSpPr>
          <p:cNvPr id="74" name="Rectangle 3327"/>
          <p:cNvSpPr>
            <a:spLocks noChangeArrowheads="1"/>
          </p:cNvSpPr>
          <p:nvPr/>
        </p:nvSpPr>
        <p:spPr bwMode="auto">
          <a:xfrm>
            <a:off x="7969250" y="1654175"/>
            <a:ext cx="4213225" cy="2046288"/>
          </a:xfrm>
          <a:prstGeom prst="rect">
            <a:avLst/>
          </a:prstGeom>
          <a:noFill/>
          <a:ln w="9525">
            <a:noFill/>
            <a:miter lim="800000"/>
          </a:ln>
        </p:spPr>
        <p:txBody>
          <a:bodyPr lIns="31108" tIns="15554" rIns="31108" bIns="15554"/>
          <a:lstStyle/>
          <a:p>
            <a:pPr marL="116840" marR="0" lvl="0" indent="-116840" algn="just" defTabSz="914400" rtl="0" eaLnBrk="1" fontAlgn="base" latinLnBrk="0" hangingPunct="1">
              <a:lnSpc>
                <a:spcPct val="100000"/>
              </a:lnSpc>
              <a:spcBef>
                <a:spcPct val="20000"/>
              </a:spcBef>
              <a:spcAft>
                <a:spcPct val="0"/>
              </a:spcAft>
              <a:buClr>
                <a:schemeClr val="tx1"/>
              </a:buClr>
              <a:buSzPct val="110000"/>
              <a:buFont typeface="Wingdings" panose="05000000000000000000" pitchFamily="2" charset="2"/>
              <a:buChar char="§"/>
              <a:defRPr/>
            </a:pPr>
            <a:endParaRPr kumimoji="0" lang="en-US" sz="1200" b="1" i="0" u="none" strike="noStrike" kern="1200" cap="none" spc="0" normalizeH="0" baseline="0" noProof="0" dirty="0">
              <a:ln>
                <a:noFill/>
              </a:ln>
              <a:solidFill>
                <a:schemeClr val="bg2">
                  <a:lumMod val="50000"/>
                </a:schemeClr>
              </a:solidFill>
              <a:effectLst/>
              <a:uLnTx/>
              <a:uFillTx/>
              <a:latin typeface="+mn-lt"/>
              <a:ea typeface="+mn-ea"/>
              <a:cs typeface="+mn-cs"/>
            </a:endParaRPr>
          </a:p>
        </p:txBody>
      </p:sp>
      <p:pic>
        <p:nvPicPr>
          <p:cNvPr id="5157" name="Picture 63" descr="Sona college Logo"/>
          <p:cNvPicPr>
            <a:picLocks noChangeAspect="1"/>
          </p:cNvPicPr>
          <p:nvPr/>
        </p:nvPicPr>
        <p:blipFill>
          <a:blip r:embed="rId4"/>
          <a:stretch>
            <a:fillRect/>
          </a:stretch>
        </p:blipFill>
        <p:spPr>
          <a:xfrm>
            <a:off x="498475" y="406400"/>
            <a:ext cx="1905000" cy="1752600"/>
          </a:xfrm>
          <a:prstGeom prst="rect">
            <a:avLst/>
          </a:prstGeom>
          <a:noFill/>
          <a:ln w="9525">
            <a:noFill/>
          </a:ln>
        </p:spPr>
      </p:pic>
      <p:pic>
        <p:nvPicPr>
          <p:cNvPr id="1108757415" name="Picture 1"/>
          <p:cNvPicPr>
            <a:picLocks noChangeAspect="1" noChangeArrowheads="1"/>
          </p:cNvPicPr>
          <p:nvPr/>
        </p:nvPicPr>
        <p:blipFill>
          <a:blip r:embed="rId5">
            <a:extLst>
              <a:ext uri="{28A0092B-C50C-407E-A947-70E740481C1C}">
                <a14:useLocalDpi xmlns:a14="http://schemas.microsoft.com/office/drawing/2010/main" val="0"/>
              </a:ext>
            </a:extLst>
          </a:blip>
          <a:srcRect t="1256" b="1256"/>
          <a:stretch/>
        </p:blipFill>
        <p:spPr>
          <a:xfrm>
            <a:off x="3792855" y="4419600"/>
            <a:ext cx="3455670" cy="1672590"/>
          </a:xfrm>
          <a:prstGeom prst="rect">
            <a:avLst/>
          </a:prstGeom>
          <a:noFill/>
          <a:ln>
            <a:noFill/>
          </a:ln>
        </p:spPr>
      </p:pic>
      <p:sp>
        <p:nvSpPr>
          <p:cNvPr id="3" name="Rectangle 2">
            <a:extLst>
              <a:ext uri="{FF2B5EF4-FFF2-40B4-BE49-F238E27FC236}">
                <a16:creationId xmlns:a16="http://schemas.microsoft.com/office/drawing/2014/main" id="{8746C190-47DC-0132-2707-D76DBE1AF3CF}"/>
              </a:ext>
            </a:extLst>
          </p:cNvPr>
          <p:cNvSpPr>
            <a:spLocks noChangeArrowheads="1"/>
          </p:cNvSpPr>
          <p:nvPr/>
        </p:nvSpPr>
        <p:spPr bwMode="auto">
          <a:xfrm>
            <a:off x="520226" y="1713916"/>
            <a:ext cx="2697637"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100" b="1" dirty="0">
                <a:latin typeface="+mn-lt"/>
                <a:cs typeface="Arial" panose="020B0604020202020204" pitchFamily="34" charset="0"/>
              </a:rPr>
              <a:t>The system automates real-time calculation of astrological timings using GPS and embedded processing, eliminating manual errors and the need for traditional </a:t>
            </a:r>
            <a:r>
              <a:rPr lang="en-US" sz="1100" b="1" dirty="0" err="1">
                <a:latin typeface="+mn-lt"/>
                <a:cs typeface="Arial" panose="020B0604020202020204" pitchFamily="34" charset="0"/>
              </a:rPr>
              <a:t>Panchang</a:t>
            </a:r>
            <a:r>
              <a:rPr lang="en-US" sz="1100" b="1" dirty="0">
                <a:latin typeface="+mn-lt"/>
                <a:cs typeface="Arial" panose="020B0604020202020204" pitchFamily="34" charset="0"/>
              </a:rPr>
              <a:t> references while providing accurate updates on a digital display.</a:t>
            </a:r>
          </a:p>
          <a:p>
            <a:pPr algn="just"/>
            <a:r>
              <a:rPr lang="en-US" sz="1100" b="1" dirty="0">
                <a:latin typeface="+mn-lt"/>
                <a:cs typeface="Arial" panose="020B0604020202020204" pitchFamily="34" charset="0"/>
              </a:rPr>
              <a:t>It computes sunrise, sunset, and periods like Rahu Kalam, </a:t>
            </a:r>
            <a:r>
              <a:rPr lang="en-US" sz="1100" b="1" dirty="0" err="1">
                <a:latin typeface="+mn-lt"/>
                <a:cs typeface="Arial" panose="020B0604020202020204" pitchFamily="34" charset="0"/>
              </a:rPr>
              <a:t>Yamagandam</a:t>
            </a:r>
            <a:r>
              <a:rPr lang="en-US" sz="1100" b="1" dirty="0">
                <a:latin typeface="+mn-lt"/>
                <a:cs typeface="Arial" panose="020B0604020202020204" pitchFamily="34" charset="0"/>
              </a:rPr>
              <a:t>, and </a:t>
            </a:r>
            <a:r>
              <a:rPr lang="en-US" sz="1100" b="1" dirty="0" err="1">
                <a:latin typeface="+mn-lt"/>
                <a:cs typeface="Arial" panose="020B0604020202020204" pitchFamily="34" charset="0"/>
              </a:rPr>
              <a:t>Gulikai</a:t>
            </a:r>
            <a:r>
              <a:rPr lang="en-US" sz="1100" b="1" dirty="0">
                <a:latin typeface="+mn-lt"/>
                <a:cs typeface="Arial" panose="020B0604020202020204" pitchFamily="34" charset="0"/>
              </a:rPr>
              <a:t> based on location and date, ensuring reliable information for efficient planning.</a:t>
            </a:r>
          </a:p>
        </p:txBody>
      </p:sp>
      <p:sp>
        <p:nvSpPr>
          <p:cNvPr id="11" name="Rectangle 9">
            <a:extLst>
              <a:ext uri="{FF2B5EF4-FFF2-40B4-BE49-F238E27FC236}">
                <a16:creationId xmlns:a16="http://schemas.microsoft.com/office/drawing/2014/main" id="{C15BAC56-A59C-29EB-022E-961CD8BB3976}"/>
              </a:ext>
            </a:extLst>
          </p:cNvPr>
          <p:cNvSpPr>
            <a:spLocks noChangeArrowheads="1"/>
          </p:cNvSpPr>
          <p:nvPr/>
        </p:nvSpPr>
        <p:spPr bwMode="auto">
          <a:xfrm>
            <a:off x="7948614" y="1601411"/>
            <a:ext cx="4314824"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1" i="0" u="none" strike="noStrike" cap="none" normalizeH="0" baseline="0" dirty="0">
              <a:ln>
                <a:noFill/>
              </a:ln>
              <a:solidFill>
                <a:schemeClr val="tx1"/>
              </a:solidFill>
              <a:effectLst/>
              <a:latin typeface="+mn-l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n-lt"/>
              </a:rPr>
              <a:t>Used in homes and temples for daily </a:t>
            </a:r>
            <a:r>
              <a:rPr kumimoji="0" lang="en-US" altLang="en-US" sz="1200" b="1" i="0" u="none" strike="noStrike" cap="none" normalizeH="0" baseline="0" dirty="0" err="1">
                <a:ln>
                  <a:noFill/>
                </a:ln>
                <a:solidFill>
                  <a:schemeClr val="tx1"/>
                </a:solidFill>
                <a:effectLst/>
                <a:latin typeface="+mn-lt"/>
              </a:rPr>
              <a:t>Panchang</a:t>
            </a:r>
            <a:r>
              <a:rPr kumimoji="0" lang="en-US" altLang="en-US" sz="1200" b="1" i="0" u="none" strike="noStrike" cap="none" normalizeH="0" baseline="0" dirty="0">
                <a:ln>
                  <a:noFill/>
                </a:ln>
                <a:solidFill>
                  <a:schemeClr val="tx1"/>
                </a:solidFill>
                <a:effectLst/>
                <a:latin typeface="+mn-lt"/>
              </a:rPr>
              <a:t> reference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n-lt"/>
              </a:rPr>
              <a:t>Helps individuals plan activities based on auspicious and inauspicious timings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n-lt"/>
              </a:rPr>
              <a:t>Useful for priests and astrologers for quick and accurate calculations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n-lt"/>
              </a:rPr>
              <a:t>Can be installed in public places like halls and offices for general awareness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n-lt"/>
              </a:rPr>
              <a:t>Suitable for digital clock systems with added astrological features </a:t>
            </a:r>
          </a:p>
        </p:txBody>
      </p:sp>
      <p:sp>
        <p:nvSpPr>
          <p:cNvPr id="12" name="TextBox 11">
            <a:extLst>
              <a:ext uri="{FF2B5EF4-FFF2-40B4-BE49-F238E27FC236}">
                <a16:creationId xmlns:a16="http://schemas.microsoft.com/office/drawing/2014/main" id="{93F4E7B9-60BC-4B1F-7CD0-4F1E333C0D41}"/>
              </a:ext>
            </a:extLst>
          </p:cNvPr>
          <p:cNvSpPr txBox="1"/>
          <p:nvPr/>
        </p:nvSpPr>
        <p:spPr>
          <a:xfrm>
            <a:off x="10067925" y="6775609"/>
            <a:ext cx="2266949" cy="2215991"/>
          </a:xfrm>
          <a:prstGeom prst="rect">
            <a:avLst/>
          </a:prstGeom>
          <a:noFill/>
        </p:spPr>
        <p:txBody>
          <a:bodyPr wrap="square" rtlCol="0">
            <a:spAutoFit/>
          </a:bodyPr>
          <a:lstStyle/>
          <a:p>
            <a:pPr algn="just">
              <a:defRPr/>
            </a:pPr>
            <a:r>
              <a:rPr lang="en-US" sz="1000" b="1" dirty="0">
                <a:latin typeface="+mn-lt"/>
                <a:ea typeface="Tahoma" panose="020B0604030504040204" pitchFamily="34" charset="0"/>
                <a:cs typeface="Tahoma" panose="020B0604030504040204" pitchFamily="34" charset="0"/>
              </a:rPr>
              <a:t>The project successfully implements a GPS-based electronic astrological calendar that provides accurate and real-time </a:t>
            </a:r>
            <a:r>
              <a:rPr lang="en-US" sz="1000" b="1" dirty="0" err="1">
                <a:latin typeface="+mn-lt"/>
                <a:ea typeface="Tahoma" panose="020B0604030504040204" pitchFamily="34" charset="0"/>
                <a:cs typeface="Tahoma" panose="020B0604030504040204" pitchFamily="34" charset="0"/>
              </a:rPr>
              <a:t>Panchang</a:t>
            </a:r>
            <a:r>
              <a:rPr lang="en-US" sz="1000" b="1" dirty="0">
                <a:latin typeface="+mn-lt"/>
                <a:ea typeface="Tahoma" panose="020B0604030504040204" pitchFamily="34" charset="0"/>
                <a:cs typeface="Tahoma" panose="020B0604030504040204" pitchFamily="34" charset="0"/>
              </a:rPr>
              <a:t> information. By integrating embedded systems with astronomical calculations, it eliminates manual errors and simplifies access to important timings. The system is reliable, user-friendly, and demonstrates an effective application of Arduino in real-world scenarios.</a:t>
            </a:r>
            <a:endParaRPr lang="en-US" sz="1000" b="1" i="1" dirty="0">
              <a:solidFill>
                <a:schemeClr val="bg2">
                  <a:lumMod val="50000"/>
                </a:schemeClr>
              </a:solidFill>
              <a:latin typeface="+mn-lt"/>
              <a:ea typeface="Tahoma" panose="020B0604030504040204" pitchFamily="34" charset="0"/>
              <a:cs typeface="Tahoma" panose="020B0604030504040204" pitchFamily="34" charset="0"/>
            </a:endParaRPr>
          </a:p>
          <a:p>
            <a:endParaRPr lang="en-IN" dirty="0"/>
          </a:p>
        </p:txBody>
      </p:sp>
      <p:pic>
        <p:nvPicPr>
          <p:cNvPr id="14" name="Picture 13">
            <a:extLst>
              <a:ext uri="{FF2B5EF4-FFF2-40B4-BE49-F238E27FC236}">
                <a16:creationId xmlns:a16="http://schemas.microsoft.com/office/drawing/2014/main" id="{80BD419E-BC01-F609-FF8A-72499DF74E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5730" y="4343400"/>
            <a:ext cx="1614268" cy="2374900"/>
          </a:xfrm>
          <a:prstGeom prst="rect">
            <a:avLst/>
          </a:prstGeom>
        </p:spPr>
      </p:pic>
      <p:sp>
        <p:nvSpPr>
          <p:cNvPr id="17" name="Rectangle 11">
            <a:extLst>
              <a:ext uri="{FF2B5EF4-FFF2-40B4-BE49-F238E27FC236}">
                <a16:creationId xmlns:a16="http://schemas.microsoft.com/office/drawing/2014/main" id="{886D4CFE-BDBC-BD54-5606-68BE7CFE051F}"/>
              </a:ext>
            </a:extLst>
          </p:cNvPr>
          <p:cNvSpPr>
            <a:spLocks noChangeArrowheads="1"/>
          </p:cNvSpPr>
          <p:nvPr/>
        </p:nvSpPr>
        <p:spPr bwMode="auto">
          <a:xfrm>
            <a:off x="463552" y="6732589"/>
            <a:ext cx="2642584"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mn-lt"/>
              </a:rPr>
              <a:t>The system processes real-time data from the GPS and RTC modules using the Arduino for automated computation of astrological parameters. It calculates sunrise, sunset, and segments of the day to determine Rahu Kalam, </a:t>
            </a:r>
            <a:r>
              <a:rPr kumimoji="0" lang="en-US" altLang="en-US" sz="1100" b="1" i="0" u="none" strike="noStrike" cap="none" normalizeH="0" baseline="0" dirty="0" err="1">
                <a:ln>
                  <a:noFill/>
                </a:ln>
                <a:solidFill>
                  <a:schemeClr val="tx1"/>
                </a:solidFill>
                <a:effectLst/>
                <a:latin typeface="+mn-lt"/>
              </a:rPr>
              <a:t>Yamagandam</a:t>
            </a:r>
            <a:r>
              <a:rPr kumimoji="0" lang="en-US" altLang="en-US" sz="1100" b="1" i="0" u="none" strike="noStrike" cap="none" normalizeH="0" baseline="0" dirty="0">
                <a:ln>
                  <a:noFill/>
                </a:ln>
                <a:solidFill>
                  <a:schemeClr val="tx1"/>
                </a:solidFill>
                <a:effectLst/>
                <a:latin typeface="+mn-lt"/>
              </a:rPr>
              <a:t>, and </a:t>
            </a:r>
            <a:r>
              <a:rPr kumimoji="0" lang="en-US" altLang="en-US" sz="1100" b="1" i="0" u="none" strike="noStrike" cap="none" normalizeH="0" baseline="0" dirty="0" err="1">
                <a:ln>
                  <a:noFill/>
                </a:ln>
                <a:solidFill>
                  <a:schemeClr val="tx1"/>
                </a:solidFill>
                <a:effectLst/>
                <a:latin typeface="+mn-lt"/>
              </a:rPr>
              <a:t>Gulikai</a:t>
            </a:r>
            <a:r>
              <a:rPr kumimoji="0" lang="en-US" altLang="en-US" sz="1100" b="1" i="0" u="none" strike="noStrike" cap="none" normalizeH="0" baseline="0" dirty="0">
                <a:ln>
                  <a:noFill/>
                </a:ln>
                <a:solidFill>
                  <a:schemeClr val="tx1"/>
                </a:solidFill>
                <a:effectLst/>
                <a:latin typeface="+mn-lt"/>
              </a:rPr>
              <a:t>, and displays the results on a TFT LCD. The system continuously updates and ensures accurate, location-based information, providing a reliable and efficient digital </a:t>
            </a:r>
            <a:r>
              <a:rPr kumimoji="0" lang="en-US" altLang="en-US" sz="1100" b="1" i="0" u="none" strike="noStrike" cap="none" normalizeH="0" baseline="0" dirty="0" err="1">
                <a:ln>
                  <a:noFill/>
                </a:ln>
                <a:solidFill>
                  <a:schemeClr val="tx1"/>
                </a:solidFill>
                <a:effectLst/>
                <a:latin typeface="+mn-lt"/>
              </a:rPr>
              <a:t>Panchang</a:t>
            </a:r>
            <a:r>
              <a:rPr kumimoji="0" lang="en-US" altLang="en-US" sz="1100" b="1" i="0" u="none" strike="noStrike" cap="none" normalizeH="0" baseline="0" dirty="0">
                <a:ln>
                  <a:noFill/>
                </a:ln>
                <a:solidFill>
                  <a:schemeClr val="tx1"/>
                </a:solidFill>
                <a:effectLst/>
                <a:latin typeface="+mn-lt"/>
              </a:rPr>
              <a:t> solution for users.</a:t>
            </a:r>
          </a:p>
        </p:txBody>
      </p:sp>
      <p:pic>
        <p:nvPicPr>
          <p:cNvPr id="19" name="Picture 18">
            <a:extLst>
              <a:ext uri="{FF2B5EF4-FFF2-40B4-BE49-F238E27FC236}">
                <a16:creationId xmlns:a16="http://schemas.microsoft.com/office/drawing/2014/main" id="{D5F62FCB-19C2-6D2F-57AF-09BC410B0F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78995" y="6668996"/>
            <a:ext cx="2740818" cy="1454241"/>
          </a:xfrm>
          <a:prstGeom prst="rect">
            <a:avLst/>
          </a:prstGeom>
        </p:spPr>
      </p:pic>
      <p:pic>
        <p:nvPicPr>
          <p:cNvPr id="21" name="Picture 20">
            <a:extLst>
              <a:ext uri="{FF2B5EF4-FFF2-40B4-BE49-F238E27FC236}">
                <a16:creationId xmlns:a16="http://schemas.microsoft.com/office/drawing/2014/main" id="{DAD8D786-1292-3B81-D807-90C0410EBD71}"/>
              </a:ext>
            </a:extLst>
          </p:cNvPr>
          <p:cNvPicPr>
            <a:picLocks noChangeAspect="1"/>
          </p:cNvPicPr>
          <p:nvPr/>
        </p:nvPicPr>
        <p:blipFill>
          <a:blip r:embed="rId8" cstate="print">
            <a:extLst>
              <a:ext uri="{28A0092B-C50C-407E-A947-70E740481C1C}">
                <a14:useLocalDpi xmlns:a14="http://schemas.microsoft.com/office/drawing/2010/main" val="0"/>
              </a:ext>
            </a:extLst>
          </a:blip>
          <a:srcRect t="24712" b="32040"/>
          <a:stretch>
            <a:fillRect/>
          </a:stretch>
        </p:blipFill>
        <p:spPr>
          <a:xfrm>
            <a:off x="6318371" y="6725367"/>
            <a:ext cx="3336804" cy="1374297"/>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376202" tIns="188101" rIns="376202" bIns="188101" numCol="1" anchor="t" anchorCtr="0" compatLnSpc="1"/>
      <a:lstStyle>
        <a:defPPr marL="0" marR="0" indent="0" algn="l" defTabSz="3762375"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noFill/>
        <a:ln>
          <a:noFill/>
        </a:ln>
      </a:spPr>
      <a:bodyPr vert="horz" wrap="square" lIns="376202" tIns="188101" rIns="376202" bIns="188101" numCol="1" anchor="t" anchorCtr="0" compatLnSpc="1"/>
      <a:lstStyle>
        <a:defPPr marL="0" marR="0" indent="0" algn="l" defTabSz="3762375"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83</TotalTime>
  <Words>532</Words>
  <Application>Microsoft Office PowerPoint</Application>
  <PresentationFormat>A3 Paper (297x420 mm)</PresentationFormat>
  <Paragraphs>48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Black</vt:lpstr>
      <vt:lpstr>Tahoma</vt:lpstr>
      <vt:lpstr>Times New Roman</vt:lpstr>
      <vt:lpstr>Wingdings</vt:lpstr>
      <vt:lpstr>Blueprint</vt:lpstr>
      <vt:lpstr>PowerPoint Presentation</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Hak-Chul Shin</dc:creator>
  <cp:lastModifiedBy>SOUNDRARAJAN S A</cp:lastModifiedBy>
  <cp:revision>194</cp:revision>
  <cp:lastPrinted>2000-10-31T17:46:58Z</cp:lastPrinted>
  <dcterms:created xsi:type="dcterms:W3CDTF">2000-10-30T01:51:21Z</dcterms:created>
  <dcterms:modified xsi:type="dcterms:W3CDTF">2026-04-06T11:02:13Z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221B0B44582B460397970A679623C987_13</vt:lpwstr>
  </property>
  <property fmtid="{D5CDD505-2E9C-101B-9397-08002B2CF9AE}" pid="3" name="KSOProductBuildVer">
    <vt:lpwstr>1033-12.2.0.23196</vt:lpwstr>
  </property>
</Properties>
</file>